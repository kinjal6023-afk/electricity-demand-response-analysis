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9" r:id="rId10"/>
    <p:sldId id="263" r:id="rId11"/>
    <p:sldId id="270" r:id="rId12"/>
    <p:sldId id="264" r:id="rId13"/>
    <p:sldId id="271" r:id="rId14"/>
    <p:sldId id="265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286E4-B0A8-4012-AFD1-B108267DD14B}" v="105" dt="2026-02-21T01:19:57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jal patil" userId="f93543b737bedd6c" providerId="LiveId" clId="{7B03FAE9-AC46-4EB0-9FA6-DDF004D4E8FE}"/>
    <pc:docChg chg="undo custSel addSld modSld sldOrd">
      <pc:chgData name="kinjal patil" userId="f93543b737bedd6c" providerId="LiveId" clId="{7B03FAE9-AC46-4EB0-9FA6-DDF004D4E8FE}" dt="2026-02-21T01:19:57.591" v="321"/>
      <pc:docMkLst>
        <pc:docMk/>
      </pc:docMkLst>
      <pc:sldChg chg="addSp delSp modSp ord modTransition modAnim">
        <pc:chgData name="kinjal patil" userId="f93543b737bedd6c" providerId="LiveId" clId="{7B03FAE9-AC46-4EB0-9FA6-DDF004D4E8FE}" dt="2026-02-21T01:19:57.591" v="321"/>
        <pc:sldMkLst>
          <pc:docMk/>
          <pc:sldMk cId="0" sldId="256"/>
        </pc:sldMkLst>
        <pc:picChg chg="add del mod">
          <ac:chgData name="kinjal patil" userId="f93543b737bedd6c" providerId="LiveId" clId="{7B03FAE9-AC46-4EB0-9FA6-DDF004D4E8FE}" dt="2026-02-21T00:00:15.213" v="275"/>
          <ac:picMkLst>
            <pc:docMk/>
            <pc:sldMk cId="0" sldId="256"/>
            <ac:picMk id="8" creationId="{57916EC5-F000-B0DF-B8CA-C1DFF1C6CECF}"/>
          </ac:picMkLst>
        </pc:picChg>
        <pc:picChg chg="add del mod">
          <ac:chgData name="kinjal patil" userId="f93543b737bedd6c" providerId="LiveId" clId="{7B03FAE9-AC46-4EB0-9FA6-DDF004D4E8FE}" dt="2026-02-21T00:05:45.473" v="279"/>
          <ac:picMkLst>
            <pc:docMk/>
            <pc:sldMk cId="0" sldId="256"/>
            <ac:picMk id="14" creationId="{5BC7433C-2763-647B-9EFD-49D67639E879}"/>
          </ac:picMkLst>
        </pc:picChg>
        <pc:picChg chg="add del mod">
          <ac:chgData name="kinjal patil" userId="f93543b737bedd6c" providerId="LiveId" clId="{7B03FAE9-AC46-4EB0-9FA6-DDF004D4E8FE}" dt="2026-02-21T00:10:18.675" v="281"/>
          <ac:picMkLst>
            <pc:docMk/>
            <pc:sldMk cId="0" sldId="256"/>
            <ac:picMk id="20" creationId="{F0E8AA8C-2533-5D9E-BA2B-8DE2BFD61907}"/>
          </ac:picMkLst>
        </pc:picChg>
        <pc:picChg chg="add del mod">
          <ac:chgData name="kinjal patil" userId="f93543b737bedd6c" providerId="LiveId" clId="{7B03FAE9-AC46-4EB0-9FA6-DDF004D4E8FE}" dt="2026-02-21T00:11:48.177" v="283"/>
          <ac:picMkLst>
            <pc:docMk/>
            <pc:sldMk cId="0" sldId="256"/>
            <ac:picMk id="25" creationId="{F0885251-5DBF-CE98-5C6A-B2C07A8E4905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56"/>
            <ac:picMk id="32" creationId="{76DFF81B-99C4-8EF1-C66E-A57897EB23AB}"/>
          </ac:picMkLst>
        </pc:picChg>
        <pc:inkChg chg="add del">
          <ac:chgData name="kinjal patil" userId="f93543b737bedd6c" providerId="LiveId" clId="{7B03FAE9-AC46-4EB0-9FA6-DDF004D4E8FE}" dt="2026-02-21T00:05:45.473" v="279"/>
          <ac:inkMkLst>
            <pc:docMk/>
            <pc:sldMk cId="0" sldId="256"/>
            <ac:inkMk id="13" creationId="{B3B6E04C-0EDE-13E6-A7CC-6841E7D076D6}"/>
          </ac:inkMkLst>
        </pc:inkChg>
      </pc:sldChg>
      <pc:sldChg chg="addSp delSp modSp mod modTransition modAnim">
        <pc:chgData name="kinjal patil" userId="f93543b737bedd6c" providerId="LiveId" clId="{7B03FAE9-AC46-4EB0-9FA6-DDF004D4E8FE}" dt="2026-02-21T01:19:57.591" v="321"/>
        <pc:sldMkLst>
          <pc:docMk/>
          <pc:sldMk cId="0" sldId="257"/>
        </pc:sldMkLst>
        <pc:spChg chg="mod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2" creationId="{00000000-0000-0000-0000-000000000000}"/>
          </ac:spMkLst>
        </pc:spChg>
        <pc:spChg chg="add del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40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42" creationId="{256B2C21-A230-48C0-8DF1-C46611373C44}"/>
          </ac:spMkLst>
        </pc:spChg>
        <pc:spChg chg="add del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44" creationId="{3847E18C-932D-4C95-AABA-FEC7C9499AD7}"/>
          </ac:spMkLst>
        </pc:spChg>
        <pc:spChg chg="add del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46" creationId="{3150CB11-0C61-439E-910F-5787759E72A0}"/>
          </ac:spMkLst>
        </pc:spChg>
        <pc:spChg chg="add del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48" creationId="{43F8A58B-5155-44CE-A5FF-7647B47D0A7A}"/>
          </ac:spMkLst>
        </pc:spChg>
        <pc:spChg chg="add del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50" creationId="{443F2ACA-E6D6-4028-82DD-F03C262D5DE6}"/>
          </ac:spMkLst>
        </pc:spChg>
        <pc:spChg chg="add del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55" creationId="{1D63C574-BFD2-41A1-A567-B0C3CC7FDD4F}"/>
          </ac:spMkLst>
        </pc:spChg>
        <pc:spChg chg="add del">
          <ac:chgData name="kinjal patil" userId="f93543b737bedd6c" providerId="LiveId" clId="{7B03FAE9-AC46-4EB0-9FA6-DDF004D4E8FE}" dt="2026-02-20T03:46:11.150" v="9" actId="26606"/>
          <ac:spMkLst>
            <pc:docMk/>
            <pc:sldMk cId="0" sldId="257"/>
            <ac:spMk id="57" creationId="{E2A46BAB-8C31-42B2-90E8-B26DD3E81D37}"/>
          </ac:spMkLst>
        </pc:spChg>
        <pc:spChg chg="add del">
          <ac:chgData name="kinjal patil" userId="f93543b737bedd6c" providerId="LiveId" clId="{7B03FAE9-AC46-4EB0-9FA6-DDF004D4E8FE}" dt="2026-02-20T03:46:10.496" v="8" actId="26606"/>
          <ac:spMkLst>
            <pc:docMk/>
            <pc:sldMk cId="0" sldId="257"/>
            <ac:spMk id="75" creationId="{1D63C574-BFD2-41A1-A567-B0C3CC7FDD4F}"/>
          </ac:spMkLst>
        </pc:spChg>
        <pc:spChg chg="add del">
          <ac:chgData name="kinjal patil" userId="f93543b737bedd6c" providerId="LiveId" clId="{7B03FAE9-AC46-4EB0-9FA6-DDF004D4E8FE}" dt="2026-02-20T03:46:10.496" v="8" actId="26606"/>
          <ac:spMkLst>
            <pc:docMk/>
            <pc:sldMk cId="0" sldId="257"/>
            <ac:spMk id="77" creationId="{E2A46BAB-8C31-42B2-90E8-B26DD3E81D37}"/>
          </ac:spMkLst>
        </pc:spChg>
        <pc:grpChg chg="add del">
          <ac:chgData name="kinjal patil" userId="f93543b737bedd6c" providerId="LiveId" clId="{7B03FAE9-AC46-4EB0-9FA6-DDF004D4E8FE}" dt="2026-02-20T03:46:10.496" v="8" actId="26606"/>
          <ac:grpSpMkLst>
            <pc:docMk/>
            <pc:sldMk cId="0" sldId="257"/>
            <ac:grpSpMk id="59" creationId="{B3F7A3C7-0737-4E57-B30E-8EEFE638B401}"/>
          </ac:grpSpMkLst>
        </pc:grpChg>
        <pc:grpChg chg="add del">
          <ac:chgData name="kinjal patil" userId="f93543b737bedd6c" providerId="LiveId" clId="{7B03FAE9-AC46-4EB0-9FA6-DDF004D4E8FE}" dt="2026-02-20T03:46:10.496" v="8" actId="26606"/>
          <ac:grpSpMkLst>
            <pc:docMk/>
            <pc:sldMk cId="0" sldId="257"/>
            <ac:grpSpMk id="63" creationId="{43F5E015-E085-4624-B431-B42414448684}"/>
          </ac:grpSpMkLst>
        </pc:grpChg>
        <pc:grpChg chg="add del">
          <ac:chgData name="kinjal patil" userId="f93543b737bedd6c" providerId="LiveId" clId="{7B03FAE9-AC46-4EB0-9FA6-DDF004D4E8FE}" dt="2026-02-20T03:46:10.496" v="8" actId="26606"/>
          <ac:grpSpMkLst>
            <pc:docMk/>
            <pc:sldMk cId="0" sldId="257"/>
            <ac:grpSpMk id="79" creationId="{B3F7A3C7-0737-4E57-B30E-8EEFE638B401}"/>
          </ac:grpSpMkLst>
        </pc:grpChg>
        <pc:grpChg chg="add del">
          <ac:chgData name="kinjal patil" userId="f93543b737bedd6c" providerId="LiveId" clId="{7B03FAE9-AC46-4EB0-9FA6-DDF004D4E8FE}" dt="2026-02-20T03:46:10.496" v="8" actId="26606"/>
          <ac:grpSpMkLst>
            <pc:docMk/>
            <pc:sldMk cId="0" sldId="257"/>
            <ac:grpSpMk id="83" creationId="{43F5E015-E085-4624-B431-B42414448684}"/>
          </ac:grpSpMkLst>
        </pc:grpChg>
        <pc:graphicFrameChg chg="mod modGraphic">
          <ac:chgData name="kinjal patil" userId="f93543b737bedd6c" providerId="LiveId" clId="{7B03FAE9-AC46-4EB0-9FA6-DDF004D4E8FE}" dt="2026-02-20T03:46:11.150" v="9" actId="26606"/>
          <ac:graphicFrameMkLst>
            <pc:docMk/>
            <pc:sldMk cId="0" sldId="257"/>
            <ac:graphicFrameMk id="5" creationId="{547D28E8-FB54-845F-741B-2C47A9C89110}"/>
          </ac:graphicFrameMkLst>
        </pc:graphicFrameChg>
        <pc:picChg chg="add del mod">
          <ac:chgData name="kinjal patil" userId="f93543b737bedd6c" providerId="LiveId" clId="{7B03FAE9-AC46-4EB0-9FA6-DDF004D4E8FE}" dt="2026-02-21T00:10:18.675" v="281"/>
          <ac:picMkLst>
            <pc:docMk/>
            <pc:sldMk cId="0" sldId="257"/>
            <ac:picMk id="11" creationId="{68CABA79-878A-FEDD-0D26-9D43DDA4F8AC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57"/>
            <ac:picMk id="18" creationId="{D2F29D0B-CD99-E0C7-7213-90055B2D2EC7}"/>
          </ac:picMkLst>
        </pc:picChg>
      </pc:sldChg>
      <pc:sldChg chg="addSp delSp modSp mod modTransition modAnim">
        <pc:chgData name="kinjal patil" userId="f93543b737bedd6c" providerId="LiveId" clId="{7B03FAE9-AC46-4EB0-9FA6-DDF004D4E8FE}" dt="2026-02-21T01:19:57.591" v="321"/>
        <pc:sldMkLst>
          <pc:docMk/>
          <pc:sldMk cId="0" sldId="258"/>
        </pc:sldMkLst>
        <pc:spChg chg="mod">
          <ac:chgData name="kinjal patil" userId="f93543b737bedd6c" providerId="LiveId" clId="{7B03FAE9-AC46-4EB0-9FA6-DDF004D4E8FE}" dt="2026-02-20T03:46:12.475" v="10" actId="26606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kinjal patil" userId="f93543b737bedd6c" providerId="LiveId" clId="{7B03FAE9-AC46-4EB0-9FA6-DDF004D4E8FE}" dt="2026-02-20T03:46:12.475" v="10" actId="26606"/>
          <ac:spMkLst>
            <pc:docMk/>
            <pc:sldMk cId="0" sldId="258"/>
            <ac:spMk id="28" creationId="{AAD0DBB9-1A4B-4391-81D4-CB19F9AB918A}"/>
          </ac:spMkLst>
        </pc:spChg>
        <pc:spChg chg="add del">
          <ac:chgData name="kinjal patil" userId="f93543b737bedd6c" providerId="LiveId" clId="{7B03FAE9-AC46-4EB0-9FA6-DDF004D4E8FE}" dt="2026-02-20T03:46:12.475" v="10" actId="26606"/>
          <ac:spMkLst>
            <pc:docMk/>
            <pc:sldMk cId="0" sldId="258"/>
            <ac:spMk id="29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3:46:12.475" v="10" actId="26606"/>
          <ac:spMkLst>
            <pc:docMk/>
            <pc:sldMk cId="0" sldId="258"/>
            <ac:spMk id="30" creationId="{063BBA22-50EA-4C4D-BE05-F1CE4E63AA56}"/>
          </ac:spMkLst>
        </pc:spChg>
        <pc:spChg chg="add del">
          <ac:chgData name="kinjal patil" userId="f93543b737bedd6c" providerId="LiveId" clId="{7B03FAE9-AC46-4EB0-9FA6-DDF004D4E8FE}" dt="2026-02-20T03:46:12.475" v="10" actId="26606"/>
          <ac:spMkLst>
            <pc:docMk/>
            <pc:sldMk cId="0" sldId="258"/>
            <ac:spMk id="31" creationId="{F68B3F68-107C-434F-AA38-110D5EA91B85}"/>
          </ac:spMkLst>
        </pc:spChg>
        <pc:spChg chg="add del">
          <ac:chgData name="kinjal patil" userId="f93543b737bedd6c" providerId="LiveId" clId="{7B03FAE9-AC46-4EB0-9FA6-DDF004D4E8FE}" dt="2026-02-20T03:46:12.475" v="10" actId="26606"/>
          <ac:spMkLst>
            <pc:docMk/>
            <pc:sldMk cId="0" sldId="258"/>
            <ac:spMk id="33" creationId="{1D63C574-BFD2-41A1-A567-B0C3CC7FDD4F}"/>
          </ac:spMkLst>
        </pc:spChg>
        <pc:spChg chg="add del">
          <ac:chgData name="kinjal patil" userId="f93543b737bedd6c" providerId="LiveId" clId="{7B03FAE9-AC46-4EB0-9FA6-DDF004D4E8FE}" dt="2026-02-20T03:46:12.475" v="10" actId="26606"/>
          <ac:spMkLst>
            <pc:docMk/>
            <pc:sldMk cId="0" sldId="258"/>
            <ac:spMk id="34" creationId="{E2A46BAB-8C31-42B2-90E8-B26DD3E81D37}"/>
          </ac:spMkLst>
        </pc:spChg>
        <pc:spChg chg="add del">
          <ac:chgData name="kinjal patil" userId="f93543b737bedd6c" providerId="LiveId" clId="{7B03FAE9-AC46-4EB0-9FA6-DDF004D4E8FE}" dt="2026-02-20T03:44:55.941" v="3" actId="26606"/>
          <ac:spMkLst>
            <pc:docMk/>
            <pc:sldMk cId="0" sldId="258"/>
            <ac:spMk id="36" creationId="{738F59A4-4431-460D-8E49-6E65C189A566}"/>
          </ac:spMkLst>
        </pc:spChg>
        <pc:spChg chg="add del">
          <ac:chgData name="kinjal patil" userId="f93543b737bedd6c" providerId="LiveId" clId="{7B03FAE9-AC46-4EB0-9FA6-DDF004D4E8FE}" dt="2026-02-20T03:44:55.096" v="2" actId="26606"/>
          <ac:spMkLst>
            <pc:docMk/>
            <pc:sldMk cId="0" sldId="258"/>
            <ac:spMk id="45" creationId="{16AC3602-3348-4F31-9E43-076B03514ECB}"/>
          </ac:spMkLst>
        </pc:spChg>
        <pc:spChg chg="add del">
          <ac:chgData name="kinjal patil" userId="f93543b737bedd6c" providerId="LiveId" clId="{7B03FAE9-AC46-4EB0-9FA6-DDF004D4E8FE}" dt="2026-02-20T03:44:55.096" v="2" actId="26606"/>
          <ac:spMkLst>
            <pc:docMk/>
            <pc:sldMk cId="0" sldId="258"/>
            <ac:spMk id="47" creationId="{394094B0-A6C9-44BE-9042-66EF0612F625}"/>
          </ac:spMkLst>
        </pc:spChg>
        <pc:spChg chg="add del">
          <ac:chgData name="kinjal patil" userId="f93543b737bedd6c" providerId="LiveId" clId="{7B03FAE9-AC46-4EB0-9FA6-DDF004D4E8FE}" dt="2026-02-20T03:44:55.096" v="2" actId="26606"/>
          <ac:spMkLst>
            <pc:docMk/>
            <pc:sldMk cId="0" sldId="258"/>
            <ac:spMk id="49" creationId="{64C2CA96-0B16-4AA7-B340-33044D238597}"/>
          </ac:spMkLst>
        </pc:spChg>
        <pc:spChg chg="add del">
          <ac:chgData name="kinjal patil" userId="f93543b737bedd6c" providerId="LiveId" clId="{7B03FAE9-AC46-4EB0-9FA6-DDF004D4E8FE}" dt="2026-02-20T03:44:55.096" v="2" actId="26606"/>
          <ac:spMkLst>
            <pc:docMk/>
            <pc:sldMk cId="0" sldId="258"/>
            <ac:spMk id="51" creationId="{1D50D7A8-F1D5-4306-8A9B-DD7A73EB8BCE}"/>
          </ac:spMkLst>
        </pc:spChg>
        <pc:spChg chg="add del">
          <ac:chgData name="kinjal patil" userId="f93543b737bedd6c" providerId="LiveId" clId="{7B03FAE9-AC46-4EB0-9FA6-DDF004D4E8FE}" dt="2026-02-20T03:44:54.492" v="1" actId="26606"/>
          <ac:spMkLst>
            <pc:docMk/>
            <pc:sldMk cId="0" sldId="258"/>
            <ac:spMk id="56" creationId="{35DB3719-6FDC-4E5D-891D-FF40B7300F64}"/>
          </ac:spMkLst>
        </pc:spChg>
        <pc:spChg chg="add del">
          <ac:chgData name="kinjal patil" userId="f93543b737bedd6c" providerId="LiveId" clId="{7B03FAE9-AC46-4EB0-9FA6-DDF004D4E8FE}" dt="2026-02-20T03:44:54.492" v="1" actId="26606"/>
          <ac:spMkLst>
            <pc:docMk/>
            <pc:sldMk cId="0" sldId="258"/>
            <ac:spMk id="58" creationId="{E0CBAC23-2E3F-4A90-BA59-F8299F6A5439}"/>
          </ac:spMkLst>
        </pc:spChg>
        <pc:grpChg chg="add del">
          <ac:chgData name="kinjal patil" userId="f93543b737bedd6c" providerId="LiveId" clId="{7B03FAE9-AC46-4EB0-9FA6-DDF004D4E8FE}" dt="2026-02-20T03:44:55.941" v="3" actId="26606"/>
          <ac:grpSpMkLst>
            <pc:docMk/>
            <pc:sldMk cId="0" sldId="258"/>
            <ac:grpSpMk id="38" creationId="{8A919B9C-5C01-47E4-B2F2-45F589208ABF}"/>
          </ac:grpSpMkLst>
        </pc:grpChg>
        <pc:grpChg chg="add del">
          <ac:chgData name="kinjal patil" userId="f93543b737bedd6c" providerId="LiveId" clId="{7B03FAE9-AC46-4EB0-9FA6-DDF004D4E8FE}" dt="2026-02-20T03:46:12.475" v="10" actId="26606"/>
          <ac:grpSpMkLst>
            <pc:docMk/>
            <pc:sldMk cId="0" sldId="258"/>
            <ac:grpSpMk id="40" creationId="{B3F7A3C7-0737-4E57-B30E-8EEFE638B401}"/>
          </ac:grpSpMkLst>
        </pc:grpChg>
        <pc:grpChg chg="add del">
          <ac:chgData name="kinjal patil" userId="f93543b737bedd6c" providerId="LiveId" clId="{7B03FAE9-AC46-4EB0-9FA6-DDF004D4E8FE}" dt="2026-02-20T03:46:12.475" v="10" actId="26606"/>
          <ac:grpSpMkLst>
            <pc:docMk/>
            <pc:sldMk cId="0" sldId="258"/>
            <ac:grpSpMk id="44" creationId="{43F5E015-E085-4624-B431-B42414448684}"/>
          </ac:grpSpMkLst>
        </pc:grpChg>
        <pc:graphicFrameChg chg="mod modGraphic">
          <ac:chgData name="kinjal patil" userId="f93543b737bedd6c" providerId="LiveId" clId="{7B03FAE9-AC46-4EB0-9FA6-DDF004D4E8FE}" dt="2026-02-20T03:46:12.475" v="10" actId="26606"/>
          <ac:graphicFrameMkLst>
            <pc:docMk/>
            <pc:sldMk cId="0" sldId="258"/>
            <ac:graphicFrameMk id="5" creationId="{473EE24C-B450-D772-59E2-1BAFD4C395C4}"/>
          </ac:graphicFrameMkLst>
        </pc:graphicFrameChg>
        <pc:picChg chg="add del mod">
          <ac:chgData name="kinjal patil" userId="f93543b737bedd6c" providerId="LiveId" clId="{7B03FAE9-AC46-4EB0-9FA6-DDF004D4E8FE}" dt="2026-02-21T00:10:18.675" v="281"/>
          <ac:picMkLst>
            <pc:docMk/>
            <pc:sldMk cId="0" sldId="258"/>
            <ac:picMk id="8" creationId="{9AD84E33-AC52-98BA-9670-112334E825D7}"/>
          </ac:picMkLst>
        </pc:picChg>
        <pc:picChg chg="add del mod">
          <ac:chgData name="kinjal patil" userId="f93543b737bedd6c" providerId="LiveId" clId="{7B03FAE9-AC46-4EB0-9FA6-DDF004D4E8FE}" dt="2026-02-21T00:15:29.560" v="285"/>
          <ac:picMkLst>
            <pc:docMk/>
            <pc:sldMk cId="0" sldId="258"/>
            <ac:picMk id="10" creationId="{2F633874-6F7B-F3EE-03DA-69CE3C42740B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58"/>
            <ac:picMk id="18" creationId="{E9C7EA96-6616-53EE-A2C8-8B72EB90367D}"/>
          </ac:picMkLst>
        </pc:picChg>
      </pc:sldChg>
      <pc:sldChg chg="addSp delSp modSp mod ord modTransition setBg modAnim setClrOvrMap">
        <pc:chgData name="kinjal patil" userId="f93543b737bedd6c" providerId="LiveId" clId="{7B03FAE9-AC46-4EB0-9FA6-DDF004D4E8FE}" dt="2026-02-21T01:19:57.591" v="321"/>
        <pc:sldMkLst>
          <pc:docMk/>
          <pc:sldMk cId="0" sldId="259"/>
        </pc:sldMkLst>
        <pc:spChg chg="mod">
          <ac:chgData name="kinjal patil" userId="f93543b737bedd6c" providerId="LiveId" clId="{7B03FAE9-AC46-4EB0-9FA6-DDF004D4E8FE}" dt="2026-02-20T04:39:14.082" v="143" actId="26606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kinjal patil" userId="f93543b737bedd6c" providerId="LiveId" clId="{7B03FAE9-AC46-4EB0-9FA6-DDF004D4E8FE}" dt="2026-02-20T04:33:04.092" v="133" actId="26606"/>
          <ac:spMkLst>
            <pc:docMk/>
            <pc:sldMk cId="0" sldId="259"/>
            <ac:spMk id="9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4:33:04.092" v="133" actId="26606"/>
          <ac:spMkLst>
            <pc:docMk/>
            <pc:sldMk cId="0" sldId="259"/>
            <ac:spMk id="11" creationId="{256B2C21-A230-48C0-8DF1-C46611373C44}"/>
          </ac:spMkLst>
        </pc:spChg>
        <pc:spChg chg="add del">
          <ac:chgData name="kinjal patil" userId="f93543b737bedd6c" providerId="LiveId" clId="{7B03FAE9-AC46-4EB0-9FA6-DDF004D4E8FE}" dt="2026-02-20T04:33:04.092" v="133" actId="26606"/>
          <ac:spMkLst>
            <pc:docMk/>
            <pc:sldMk cId="0" sldId="259"/>
            <ac:spMk id="13" creationId="{3847E18C-932D-4C95-AABA-FEC7C9499AD7}"/>
          </ac:spMkLst>
        </pc:spChg>
        <pc:spChg chg="add del">
          <ac:chgData name="kinjal patil" userId="f93543b737bedd6c" providerId="LiveId" clId="{7B03FAE9-AC46-4EB0-9FA6-DDF004D4E8FE}" dt="2026-02-20T04:33:04.092" v="133" actId="26606"/>
          <ac:spMkLst>
            <pc:docMk/>
            <pc:sldMk cId="0" sldId="259"/>
            <ac:spMk id="15" creationId="{3150CB11-0C61-439E-910F-5787759E72A0}"/>
          </ac:spMkLst>
        </pc:spChg>
        <pc:spChg chg="add del">
          <ac:chgData name="kinjal patil" userId="f93543b737bedd6c" providerId="LiveId" clId="{7B03FAE9-AC46-4EB0-9FA6-DDF004D4E8FE}" dt="2026-02-20T04:33:04.092" v="133" actId="26606"/>
          <ac:spMkLst>
            <pc:docMk/>
            <pc:sldMk cId="0" sldId="259"/>
            <ac:spMk id="17" creationId="{43F8A58B-5155-44CE-A5FF-7647B47D0A7A}"/>
          </ac:spMkLst>
        </pc:spChg>
        <pc:spChg chg="add del">
          <ac:chgData name="kinjal patil" userId="f93543b737bedd6c" providerId="LiveId" clId="{7B03FAE9-AC46-4EB0-9FA6-DDF004D4E8FE}" dt="2026-02-20T04:33:04.092" v="133" actId="26606"/>
          <ac:spMkLst>
            <pc:docMk/>
            <pc:sldMk cId="0" sldId="259"/>
            <ac:spMk id="19" creationId="{443F2ACA-E6D6-4028-82DD-F03C262D5DE6}"/>
          </ac:spMkLst>
        </pc:spChg>
        <pc:spChg chg="add del">
          <ac:chgData name="kinjal patil" userId="f93543b737bedd6c" providerId="LiveId" clId="{7B03FAE9-AC46-4EB0-9FA6-DDF004D4E8FE}" dt="2026-02-20T04:33:03.948" v="132" actId="26606"/>
          <ac:spMkLst>
            <pc:docMk/>
            <pc:sldMk cId="0" sldId="259"/>
            <ac:spMk id="24" creationId="{955A2079-FA98-4876-80F0-72364A7D2EA4}"/>
          </ac:spMkLst>
        </pc:spChg>
        <pc:spChg chg="add del">
          <ac:chgData name="kinjal patil" userId="f93543b737bedd6c" providerId="LiveId" clId="{7B03FAE9-AC46-4EB0-9FA6-DDF004D4E8FE}" dt="2026-02-20T04:33:33.964" v="136" actId="26606"/>
          <ac:spMkLst>
            <pc:docMk/>
            <pc:sldMk cId="0" sldId="259"/>
            <ac:spMk id="26" creationId="{058F4797-C77D-4821-B8FF-057D7524C62D}"/>
          </ac:spMkLst>
        </pc:spChg>
        <pc:spChg chg="add del">
          <ac:chgData name="kinjal patil" userId="f93543b737bedd6c" providerId="LiveId" clId="{7B03FAE9-AC46-4EB0-9FA6-DDF004D4E8FE}" dt="2026-02-20T04:33:33.964" v="136" actId="26606"/>
          <ac:spMkLst>
            <pc:docMk/>
            <pc:sldMk cId="0" sldId="259"/>
            <ac:spMk id="27" creationId="{963038BC-9FCB-466B-8EE5-7B0DC8F25C95}"/>
          </ac:spMkLst>
        </pc:spChg>
        <pc:spChg chg="add del">
          <ac:chgData name="kinjal patil" userId="f93543b737bedd6c" providerId="LiveId" clId="{7B03FAE9-AC46-4EB0-9FA6-DDF004D4E8FE}" dt="2026-02-20T04:33:33.964" v="136" actId="26606"/>
          <ac:spMkLst>
            <pc:docMk/>
            <pc:sldMk cId="0" sldId="259"/>
            <ac:spMk id="28" creationId="{290CB3DB-B42E-47BF-A595-527CB329A21A}"/>
          </ac:spMkLst>
        </pc:spChg>
        <pc:spChg chg="add del">
          <ac:chgData name="kinjal patil" userId="f93543b737bedd6c" providerId="LiveId" clId="{7B03FAE9-AC46-4EB0-9FA6-DDF004D4E8FE}" dt="2026-02-20T04:33:33.877" v="135" actId="26606"/>
          <ac:spMkLst>
            <pc:docMk/>
            <pc:sldMk cId="0" sldId="259"/>
            <ac:spMk id="33" creationId="{963038BC-9FCB-466B-8EE5-7B0DC8F25C95}"/>
          </ac:spMkLst>
        </pc:spChg>
        <pc:spChg chg="add del">
          <ac:chgData name="kinjal patil" userId="f93543b737bedd6c" providerId="LiveId" clId="{7B03FAE9-AC46-4EB0-9FA6-DDF004D4E8FE}" dt="2026-02-20T04:33:33.877" v="135" actId="26606"/>
          <ac:spMkLst>
            <pc:docMk/>
            <pc:sldMk cId="0" sldId="259"/>
            <ac:spMk id="35" creationId="{058F4797-C77D-4821-B8FF-057D7524C62D}"/>
          </ac:spMkLst>
        </pc:spChg>
        <pc:spChg chg="add del">
          <ac:chgData name="kinjal patil" userId="f93543b737bedd6c" providerId="LiveId" clId="{7B03FAE9-AC46-4EB0-9FA6-DDF004D4E8FE}" dt="2026-02-20T04:33:33.877" v="135" actId="26606"/>
          <ac:spMkLst>
            <pc:docMk/>
            <pc:sldMk cId="0" sldId="259"/>
            <ac:spMk id="37" creationId="{290CB3DB-B42E-47BF-A595-527CB329A21A}"/>
          </ac:spMkLst>
        </pc:spChg>
        <pc:spChg chg="add del">
          <ac:chgData name="kinjal patil" userId="f93543b737bedd6c" providerId="LiveId" clId="{7B03FAE9-AC46-4EB0-9FA6-DDF004D4E8FE}" dt="2026-02-20T04:36:17.220" v="138" actId="26606"/>
          <ac:spMkLst>
            <pc:docMk/>
            <pc:sldMk cId="0" sldId="259"/>
            <ac:spMk id="39" creationId="{963038BC-9FCB-466B-8EE5-7B0DC8F25C95}"/>
          </ac:spMkLst>
        </pc:spChg>
        <pc:spChg chg="add del">
          <ac:chgData name="kinjal patil" userId="f93543b737bedd6c" providerId="LiveId" clId="{7B03FAE9-AC46-4EB0-9FA6-DDF004D4E8FE}" dt="2026-02-20T04:36:17.220" v="138" actId="26606"/>
          <ac:spMkLst>
            <pc:docMk/>
            <pc:sldMk cId="0" sldId="259"/>
            <ac:spMk id="40" creationId="{058F4797-C77D-4821-B8FF-057D7524C62D}"/>
          </ac:spMkLst>
        </pc:spChg>
        <pc:spChg chg="add del">
          <ac:chgData name="kinjal patil" userId="f93543b737bedd6c" providerId="LiveId" clId="{7B03FAE9-AC46-4EB0-9FA6-DDF004D4E8FE}" dt="2026-02-20T04:36:17.220" v="138" actId="26606"/>
          <ac:spMkLst>
            <pc:docMk/>
            <pc:sldMk cId="0" sldId="259"/>
            <ac:spMk id="41" creationId="{290CB3DB-B42E-47BF-A595-527CB329A21A}"/>
          </ac:spMkLst>
        </pc:spChg>
        <pc:spChg chg="add del">
          <ac:chgData name="kinjal patil" userId="f93543b737bedd6c" providerId="LiveId" clId="{7B03FAE9-AC46-4EB0-9FA6-DDF004D4E8FE}" dt="2026-02-20T04:37:24.708" v="141" actId="26606"/>
          <ac:spMkLst>
            <pc:docMk/>
            <pc:sldMk cId="0" sldId="259"/>
            <ac:spMk id="46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4:37:24.708" v="141" actId="26606"/>
          <ac:spMkLst>
            <pc:docMk/>
            <pc:sldMk cId="0" sldId="259"/>
            <ac:spMk id="48" creationId="{F68B3F68-107C-434F-AA38-110D5EA91B85}"/>
          </ac:spMkLst>
        </pc:spChg>
        <pc:spChg chg="add del">
          <ac:chgData name="kinjal patil" userId="f93543b737bedd6c" providerId="LiveId" clId="{7B03FAE9-AC46-4EB0-9FA6-DDF004D4E8FE}" dt="2026-02-20T04:37:24.708" v="141" actId="26606"/>
          <ac:spMkLst>
            <pc:docMk/>
            <pc:sldMk cId="0" sldId="259"/>
            <ac:spMk id="50" creationId="{AAD0DBB9-1A4B-4391-81D4-CB19F9AB918A}"/>
          </ac:spMkLst>
        </pc:spChg>
        <pc:spChg chg="add del">
          <ac:chgData name="kinjal patil" userId="f93543b737bedd6c" providerId="LiveId" clId="{7B03FAE9-AC46-4EB0-9FA6-DDF004D4E8FE}" dt="2026-02-20T04:37:24.708" v="141" actId="26606"/>
          <ac:spMkLst>
            <pc:docMk/>
            <pc:sldMk cId="0" sldId="259"/>
            <ac:spMk id="52" creationId="{063BBA22-50EA-4C4D-BE05-F1CE4E63AA56}"/>
          </ac:spMkLst>
        </pc:spChg>
        <pc:spChg chg="add del">
          <ac:chgData name="kinjal patil" userId="f93543b737bedd6c" providerId="LiveId" clId="{7B03FAE9-AC46-4EB0-9FA6-DDF004D4E8FE}" dt="2026-02-20T04:37:24.659" v="140" actId="26606"/>
          <ac:spMkLst>
            <pc:docMk/>
            <pc:sldMk cId="0" sldId="259"/>
            <ac:spMk id="57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4:37:24.659" v="140" actId="26606"/>
          <ac:spMkLst>
            <pc:docMk/>
            <pc:sldMk cId="0" sldId="259"/>
            <ac:spMk id="59" creationId="{F68B3F68-107C-434F-AA38-110D5EA91B85}"/>
          </ac:spMkLst>
        </pc:spChg>
        <pc:spChg chg="add del">
          <ac:chgData name="kinjal patil" userId="f93543b737bedd6c" providerId="LiveId" clId="{7B03FAE9-AC46-4EB0-9FA6-DDF004D4E8FE}" dt="2026-02-20T04:37:24.659" v="140" actId="26606"/>
          <ac:spMkLst>
            <pc:docMk/>
            <pc:sldMk cId="0" sldId="259"/>
            <ac:spMk id="61" creationId="{AAD0DBB9-1A4B-4391-81D4-CB19F9AB918A}"/>
          </ac:spMkLst>
        </pc:spChg>
        <pc:spChg chg="add del">
          <ac:chgData name="kinjal patil" userId="f93543b737bedd6c" providerId="LiveId" clId="{7B03FAE9-AC46-4EB0-9FA6-DDF004D4E8FE}" dt="2026-02-20T04:37:24.659" v="140" actId="26606"/>
          <ac:spMkLst>
            <pc:docMk/>
            <pc:sldMk cId="0" sldId="259"/>
            <ac:spMk id="63" creationId="{063BBA22-50EA-4C4D-BE05-F1CE4E63AA56}"/>
          </ac:spMkLst>
        </pc:spChg>
        <pc:spChg chg="add del">
          <ac:chgData name="kinjal patil" userId="f93543b737bedd6c" providerId="LiveId" clId="{7B03FAE9-AC46-4EB0-9FA6-DDF004D4E8FE}" dt="2026-02-20T04:39:14.082" v="143" actId="26606"/>
          <ac:spMkLst>
            <pc:docMk/>
            <pc:sldMk cId="0" sldId="259"/>
            <ac:spMk id="65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4:39:14.082" v="143" actId="26606"/>
          <ac:spMkLst>
            <pc:docMk/>
            <pc:sldMk cId="0" sldId="259"/>
            <ac:spMk id="66" creationId="{F68B3F68-107C-434F-AA38-110D5EA91B85}"/>
          </ac:spMkLst>
        </pc:spChg>
        <pc:spChg chg="add del">
          <ac:chgData name="kinjal patil" userId="f93543b737bedd6c" providerId="LiveId" clId="{7B03FAE9-AC46-4EB0-9FA6-DDF004D4E8FE}" dt="2026-02-20T04:39:14.082" v="143" actId="26606"/>
          <ac:spMkLst>
            <pc:docMk/>
            <pc:sldMk cId="0" sldId="259"/>
            <ac:spMk id="67" creationId="{AAD0DBB9-1A4B-4391-81D4-CB19F9AB918A}"/>
          </ac:spMkLst>
        </pc:spChg>
        <pc:spChg chg="add del">
          <ac:chgData name="kinjal patil" userId="f93543b737bedd6c" providerId="LiveId" clId="{7B03FAE9-AC46-4EB0-9FA6-DDF004D4E8FE}" dt="2026-02-20T04:39:14.082" v="143" actId="26606"/>
          <ac:spMkLst>
            <pc:docMk/>
            <pc:sldMk cId="0" sldId="259"/>
            <ac:spMk id="68" creationId="{063BBA22-50EA-4C4D-BE05-F1CE4E63AA56}"/>
          </ac:spMkLst>
        </pc:spChg>
        <pc:graphicFrameChg chg="mod modGraphic">
          <ac:chgData name="kinjal patil" userId="f93543b737bedd6c" providerId="LiveId" clId="{7B03FAE9-AC46-4EB0-9FA6-DDF004D4E8FE}" dt="2026-02-20T04:39:14.082" v="143" actId="26606"/>
          <ac:graphicFrameMkLst>
            <pc:docMk/>
            <pc:sldMk cId="0" sldId="259"/>
            <ac:graphicFrameMk id="5" creationId="{7C6A2812-D966-5725-CFC9-F7FE7758183A}"/>
          </ac:graphicFrameMkLst>
        </pc:graphicFrameChg>
        <pc:picChg chg="add del mod">
          <ac:chgData name="kinjal patil" userId="f93543b737bedd6c" providerId="LiveId" clId="{7B03FAE9-AC46-4EB0-9FA6-DDF004D4E8FE}" dt="2026-02-21T00:10:18.675" v="281"/>
          <ac:picMkLst>
            <pc:docMk/>
            <pc:sldMk cId="0" sldId="259"/>
            <ac:picMk id="6" creationId="{3069AB79-3D39-066C-8342-581C6CCF54F4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59"/>
            <ac:picMk id="10" creationId="{774FA3AA-C7D9-8AE2-6113-118666264BC3}"/>
          </ac:picMkLst>
        </pc:picChg>
        <pc:picChg chg="add del">
          <ac:chgData name="kinjal patil" userId="f93543b737bedd6c" providerId="LiveId" clId="{7B03FAE9-AC46-4EB0-9FA6-DDF004D4E8FE}" dt="2026-02-20T04:39:14.082" v="143" actId="26606"/>
          <ac:picMkLst>
            <pc:docMk/>
            <pc:sldMk cId="0" sldId="259"/>
            <ac:picMk id="70" creationId="{DB35CC06-4570-0B22-C883-69527EF5BF57}"/>
          </ac:picMkLst>
        </pc:picChg>
      </pc:sldChg>
      <pc:sldChg chg="addSp delSp modSp mod ord modTransition modAnim">
        <pc:chgData name="kinjal patil" userId="f93543b737bedd6c" providerId="LiveId" clId="{7B03FAE9-AC46-4EB0-9FA6-DDF004D4E8FE}" dt="2026-02-21T01:19:57.591" v="321"/>
        <pc:sldMkLst>
          <pc:docMk/>
          <pc:sldMk cId="0" sldId="260"/>
        </pc:sldMkLst>
        <pc:spChg chg="mod">
          <ac:chgData name="kinjal patil" userId="f93543b737bedd6c" providerId="LiveId" clId="{7B03FAE9-AC46-4EB0-9FA6-DDF004D4E8FE}" dt="2026-02-20T04:41:27.125" v="157" actId="20577"/>
          <ac:spMkLst>
            <pc:docMk/>
            <pc:sldMk cId="0" sldId="260"/>
            <ac:spMk id="2" creationId="{00000000-0000-0000-0000-000000000000}"/>
          </ac:spMkLst>
        </pc:spChg>
        <pc:graphicFrameChg chg="mod modGraphic">
          <ac:chgData name="kinjal patil" userId="f93543b737bedd6c" providerId="LiveId" clId="{7B03FAE9-AC46-4EB0-9FA6-DDF004D4E8FE}" dt="2026-02-20T04:42:39.181" v="162" actId="26606"/>
          <ac:graphicFrameMkLst>
            <pc:docMk/>
            <pc:sldMk cId="0" sldId="260"/>
            <ac:graphicFrameMk id="5" creationId="{AC2283FA-5249-8C39-054E-47D202070C65}"/>
          </ac:graphicFrameMkLst>
        </pc:graphicFrameChg>
        <pc:picChg chg="add del mod">
          <ac:chgData name="kinjal patil" userId="f93543b737bedd6c" providerId="LiveId" clId="{7B03FAE9-AC46-4EB0-9FA6-DDF004D4E8FE}" dt="2026-02-21T00:20:06.427" v="287"/>
          <ac:picMkLst>
            <pc:docMk/>
            <pc:sldMk cId="0" sldId="260"/>
            <ac:picMk id="4" creationId="{A97DEA85-BF7F-1074-D33F-51FF66272CF4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60"/>
            <ac:picMk id="11" creationId="{96DDC9AC-E3D7-EA06-3CCF-382B139082AA}"/>
          </ac:picMkLst>
        </pc:picChg>
      </pc:sldChg>
      <pc:sldChg chg="addSp delSp modSp mod ord modTransition modAnim">
        <pc:chgData name="kinjal patil" userId="f93543b737bedd6c" providerId="LiveId" clId="{7B03FAE9-AC46-4EB0-9FA6-DDF004D4E8FE}" dt="2026-02-21T01:19:57.591" v="321"/>
        <pc:sldMkLst>
          <pc:docMk/>
          <pc:sldMk cId="0" sldId="261"/>
        </pc:sldMkLst>
        <pc:spChg chg="mod">
          <ac:chgData name="kinjal patil" userId="f93543b737bedd6c" providerId="LiveId" clId="{7B03FAE9-AC46-4EB0-9FA6-DDF004D4E8FE}" dt="2026-02-20T04:49:48.176" v="179" actId="26606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kinjal patil" userId="f93543b737bedd6c" providerId="LiveId" clId="{7B03FAE9-AC46-4EB0-9FA6-DDF004D4E8FE}" dt="2026-02-20T04:49:36.061" v="178" actId="26606"/>
          <ac:spMkLst>
            <pc:docMk/>
            <pc:sldMk cId="0" sldId="261"/>
            <ac:spMk id="9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4:49:36.061" v="178" actId="26606"/>
          <ac:spMkLst>
            <pc:docMk/>
            <pc:sldMk cId="0" sldId="261"/>
            <ac:spMk id="11" creationId="{256B2C21-A230-48C0-8DF1-C46611373C44}"/>
          </ac:spMkLst>
        </pc:spChg>
        <pc:spChg chg="add del">
          <ac:chgData name="kinjal patil" userId="f93543b737bedd6c" providerId="LiveId" clId="{7B03FAE9-AC46-4EB0-9FA6-DDF004D4E8FE}" dt="2026-02-20T04:49:36.061" v="178" actId="26606"/>
          <ac:spMkLst>
            <pc:docMk/>
            <pc:sldMk cId="0" sldId="261"/>
            <ac:spMk id="13" creationId="{3847E18C-932D-4C95-AABA-FEC7C9499AD7}"/>
          </ac:spMkLst>
        </pc:spChg>
        <pc:spChg chg="add del">
          <ac:chgData name="kinjal patil" userId="f93543b737bedd6c" providerId="LiveId" clId="{7B03FAE9-AC46-4EB0-9FA6-DDF004D4E8FE}" dt="2026-02-20T04:49:36.061" v="178" actId="26606"/>
          <ac:spMkLst>
            <pc:docMk/>
            <pc:sldMk cId="0" sldId="261"/>
            <ac:spMk id="15" creationId="{3150CB11-0C61-439E-910F-5787759E72A0}"/>
          </ac:spMkLst>
        </pc:spChg>
        <pc:spChg chg="add del">
          <ac:chgData name="kinjal patil" userId="f93543b737bedd6c" providerId="LiveId" clId="{7B03FAE9-AC46-4EB0-9FA6-DDF004D4E8FE}" dt="2026-02-20T04:49:36.061" v="178" actId="26606"/>
          <ac:spMkLst>
            <pc:docMk/>
            <pc:sldMk cId="0" sldId="261"/>
            <ac:spMk id="17" creationId="{43F8A58B-5155-44CE-A5FF-7647B47D0A7A}"/>
          </ac:spMkLst>
        </pc:spChg>
        <pc:spChg chg="add del">
          <ac:chgData name="kinjal patil" userId="f93543b737bedd6c" providerId="LiveId" clId="{7B03FAE9-AC46-4EB0-9FA6-DDF004D4E8FE}" dt="2026-02-20T04:49:36.061" v="178" actId="26606"/>
          <ac:spMkLst>
            <pc:docMk/>
            <pc:sldMk cId="0" sldId="261"/>
            <ac:spMk id="19" creationId="{443F2ACA-E6D6-4028-82DD-F03C262D5DE6}"/>
          </ac:spMkLst>
        </pc:spChg>
        <pc:spChg chg="add del">
          <ac:chgData name="kinjal patil" userId="f93543b737bedd6c" providerId="LiveId" clId="{7B03FAE9-AC46-4EB0-9FA6-DDF004D4E8FE}" dt="2026-02-20T04:47:08.965" v="176" actId="26606"/>
          <ac:spMkLst>
            <pc:docMk/>
            <pc:sldMk cId="0" sldId="261"/>
            <ac:spMk id="21" creationId="{9CE0A68D-28EF-49D9-B84B-5DAB38714976}"/>
          </ac:spMkLst>
        </pc:spChg>
        <pc:spChg chg="add del">
          <ac:chgData name="kinjal patil" userId="f93543b737bedd6c" providerId="LiveId" clId="{7B03FAE9-AC46-4EB0-9FA6-DDF004D4E8FE}" dt="2026-02-20T04:47:08.965" v="176" actId="26606"/>
          <ac:spMkLst>
            <pc:docMk/>
            <pc:sldMk cId="0" sldId="261"/>
            <ac:spMk id="22" creationId="{1FA0C3DC-24DE-44E3-9D41-CAA5F3B20751}"/>
          </ac:spMkLst>
        </pc:spChg>
        <pc:spChg chg="add del">
          <ac:chgData name="kinjal patil" userId="f93543b737bedd6c" providerId="LiveId" clId="{7B03FAE9-AC46-4EB0-9FA6-DDF004D4E8FE}" dt="2026-02-20T04:49:48.176" v="179" actId="26606"/>
          <ac:spMkLst>
            <pc:docMk/>
            <pc:sldMk cId="0" sldId="261"/>
            <ac:spMk id="23" creationId="{6C4028FD-8BAA-4A19-BFDE-594D991B7552}"/>
          </ac:spMkLst>
        </pc:spChg>
        <pc:spChg chg="add del">
          <ac:chgData name="kinjal patil" userId="f93543b737bedd6c" providerId="LiveId" clId="{7B03FAE9-AC46-4EB0-9FA6-DDF004D4E8FE}" dt="2026-02-20T04:44:50.185" v="170" actId="26606"/>
          <ac:spMkLst>
            <pc:docMk/>
            <pc:sldMk cId="0" sldId="261"/>
            <ac:spMk id="24" creationId="{C6FC42E6-6C25-4922-95D2-B97B1E123559}"/>
          </ac:spMkLst>
        </pc:spChg>
        <pc:spChg chg="add del">
          <ac:chgData name="kinjal patil" userId="f93543b737bedd6c" providerId="LiveId" clId="{7B03FAE9-AC46-4EB0-9FA6-DDF004D4E8FE}" dt="2026-02-20T04:44:50.185" v="170" actId="26606"/>
          <ac:spMkLst>
            <pc:docMk/>
            <pc:sldMk cId="0" sldId="261"/>
            <ac:spMk id="26" creationId="{0295F874-A8A5-4A14-8CFC-828968DE64C4}"/>
          </ac:spMkLst>
        </pc:spChg>
        <pc:spChg chg="add del">
          <ac:chgData name="kinjal patil" userId="f93543b737bedd6c" providerId="LiveId" clId="{7B03FAE9-AC46-4EB0-9FA6-DDF004D4E8FE}" dt="2026-02-20T04:47:06.534" v="174" actId="26606"/>
          <ac:spMkLst>
            <pc:docMk/>
            <pc:sldMk cId="0" sldId="261"/>
            <ac:spMk id="27" creationId="{A9E881A4-A468-403A-9941-F8FFD5C68144}"/>
          </ac:spMkLst>
        </pc:spChg>
        <pc:spChg chg="add">
          <ac:chgData name="kinjal patil" userId="f93543b737bedd6c" providerId="LiveId" clId="{7B03FAE9-AC46-4EB0-9FA6-DDF004D4E8FE}" dt="2026-02-20T04:49:48.176" v="179" actId="26606"/>
          <ac:spMkLst>
            <pc:docMk/>
            <pc:sldMk cId="0" sldId="261"/>
            <ac:spMk id="28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4:47:06.534" v="174" actId="26606"/>
          <ac:spMkLst>
            <pc:docMk/>
            <pc:sldMk cId="0" sldId="261"/>
            <ac:spMk id="29" creationId="{6F168544-607B-491A-8601-3087D0FCE1DD}"/>
          </ac:spMkLst>
        </pc:spChg>
        <pc:spChg chg="add">
          <ac:chgData name="kinjal patil" userId="f93543b737bedd6c" providerId="LiveId" clId="{7B03FAE9-AC46-4EB0-9FA6-DDF004D4E8FE}" dt="2026-02-20T04:49:48.176" v="179" actId="26606"/>
          <ac:spMkLst>
            <pc:docMk/>
            <pc:sldMk cId="0" sldId="261"/>
            <ac:spMk id="30" creationId="{F68B3F68-107C-434F-AA38-110D5EA91B85}"/>
          </ac:spMkLst>
        </pc:spChg>
        <pc:spChg chg="add">
          <ac:chgData name="kinjal patil" userId="f93543b737bedd6c" providerId="LiveId" clId="{7B03FAE9-AC46-4EB0-9FA6-DDF004D4E8FE}" dt="2026-02-20T04:49:48.176" v="179" actId="26606"/>
          <ac:spMkLst>
            <pc:docMk/>
            <pc:sldMk cId="0" sldId="261"/>
            <ac:spMk id="32" creationId="{AAD0DBB9-1A4B-4391-81D4-CB19F9AB918A}"/>
          </ac:spMkLst>
        </pc:spChg>
        <pc:spChg chg="add">
          <ac:chgData name="kinjal patil" userId="f93543b737bedd6c" providerId="LiveId" clId="{7B03FAE9-AC46-4EB0-9FA6-DDF004D4E8FE}" dt="2026-02-20T04:49:48.176" v="179" actId="26606"/>
          <ac:spMkLst>
            <pc:docMk/>
            <pc:sldMk cId="0" sldId="261"/>
            <ac:spMk id="34" creationId="{063BBA22-50EA-4C4D-BE05-F1CE4E63AA56}"/>
          </ac:spMkLst>
        </pc:spChg>
        <pc:graphicFrameChg chg="mod modGraphic">
          <ac:chgData name="kinjal patil" userId="f93543b737bedd6c" providerId="LiveId" clId="{7B03FAE9-AC46-4EB0-9FA6-DDF004D4E8FE}" dt="2026-02-20T04:50:14.956" v="181" actId="26606"/>
          <ac:graphicFrameMkLst>
            <pc:docMk/>
            <pc:sldMk cId="0" sldId="261"/>
            <ac:graphicFrameMk id="5" creationId="{DB72235F-BFB1-2508-5267-5F794BF52F5C}"/>
          </ac:graphicFrameMkLst>
        </pc:graphicFrameChg>
        <pc:picChg chg="add del mod">
          <ac:chgData name="kinjal patil" userId="f93543b737bedd6c" providerId="LiveId" clId="{7B03FAE9-AC46-4EB0-9FA6-DDF004D4E8FE}" dt="2026-02-21T00:25:08.557" v="289"/>
          <ac:picMkLst>
            <pc:docMk/>
            <pc:sldMk cId="0" sldId="261"/>
            <ac:picMk id="8" creationId="{4DA7053C-C47E-6494-9D24-F089FBF80034}"/>
          </ac:picMkLst>
        </pc:picChg>
        <pc:picChg chg="add del mod">
          <ac:chgData name="kinjal patil" userId="f93543b737bedd6c" providerId="LiveId" clId="{7B03FAE9-AC46-4EB0-9FA6-DDF004D4E8FE}" dt="2026-02-21T00:26:25.741" v="293"/>
          <ac:picMkLst>
            <pc:docMk/>
            <pc:sldMk cId="0" sldId="261"/>
            <ac:picMk id="16" creationId="{F1464212-1D64-9FE5-A0C1-3A7FBD7B73AF}"/>
          </ac:picMkLst>
        </pc:picChg>
        <pc:picChg chg="add del mod">
          <ac:chgData name="kinjal patil" userId="f93543b737bedd6c" providerId="LiveId" clId="{7B03FAE9-AC46-4EB0-9FA6-DDF004D4E8FE}" dt="2026-02-21T00:26:43.259" v="295"/>
          <ac:picMkLst>
            <pc:docMk/>
            <pc:sldMk cId="0" sldId="261"/>
            <ac:picMk id="21" creationId="{9282388A-D2E7-C1A7-49BA-A213C0DDEF7A}"/>
          </ac:picMkLst>
        </pc:picChg>
        <pc:picChg chg="add del mod">
          <ac:chgData name="kinjal patil" userId="f93543b737bedd6c" providerId="LiveId" clId="{7B03FAE9-AC46-4EB0-9FA6-DDF004D4E8FE}" dt="2026-02-21T00:27:36" v="297"/>
          <ac:picMkLst>
            <pc:docMk/>
            <pc:sldMk cId="0" sldId="261"/>
            <ac:picMk id="26" creationId="{E1D058DB-786A-FAEB-E2B9-9085C3A1F7D4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61"/>
            <ac:picMk id="35" creationId="{6A12D13F-2727-DEC1-1380-DF68243614A9}"/>
          </ac:picMkLst>
        </pc:picChg>
      </pc:sldChg>
      <pc:sldChg chg="addSp delSp modSp mod ord modTransition modAnim">
        <pc:chgData name="kinjal patil" userId="f93543b737bedd6c" providerId="LiveId" clId="{7B03FAE9-AC46-4EB0-9FA6-DDF004D4E8FE}" dt="2026-02-21T01:19:57.591" v="321"/>
        <pc:sldMkLst>
          <pc:docMk/>
          <pc:sldMk cId="0" sldId="262"/>
        </pc:sldMkLst>
        <pc:graphicFrameChg chg="mod modGraphic">
          <ac:chgData name="kinjal patil" userId="f93543b737bedd6c" providerId="LiveId" clId="{7B03FAE9-AC46-4EB0-9FA6-DDF004D4E8FE}" dt="2026-02-20T04:52:24.411" v="185" actId="26606"/>
          <ac:graphicFrameMkLst>
            <pc:docMk/>
            <pc:sldMk cId="0" sldId="262"/>
            <ac:graphicFrameMk id="5" creationId="{5388BE58-4735-FC76-1329-8D19A23E0778}"/>
          </ac:graphicFrameMkLst>
        </pc:graphicFrameChg>
        <pc:picChg chg="add del mod">
          <ac:chgData name="kinjal patil" userId="f93543b737bedd6c" providerId="LiveId" clId="{7B03FAE9-AC46-4EB0-9FA6-DDF004D4E8FE}" dt="2026-02-21T00:25:16.639" v="291"/>
          <ac:picMkLst>
            <pc:docMk/>
            <pc:sldMk cId="0" sldId="262"/>
            <ac:picMk id="4" creationId="{93B12712-3416-6B60-8519-A8B6F40EB899}"/>
          </ac:picMkLst>
        </pc:picChg>
        <pc:picChg chg="add del mod">
          <ac:chgData name="kinjal patil" userId="f93543b737bedd6c" providerId="LiveId" clId="{7B03FAE9-AC46-4EB0-9FA6-DDF004D4E8FE}" dt="2026-02-21T00:35:25.246" v="302"/>
          <ac:picMkLst>
            <pc:docMk/>
            <pc:sldMk cId="0" sldId="262"/>
            <ac:picMk id="21" creationId="{5D467ACD-69F4-2DD2-AF42-D75021CBEE8C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62"/>
            <ac:picMk id="26" creationId="{D1735EE6-6657-8E31-20C9-0EC9476FD500}"/>
          </ac:picMkLst>
        </pc:picChg>
      </pc:sldChg>
      <pc:sldChg chg="addSp delSp modSp mod ord modTransition modAnim">
        <pc:chgData name="kinjal patil" userId="f93543b737bedd6c" providerId="LiveId" clId="{7B03FAE9-AC46-4EB0-9FA6-DDF004D4E8FE}" dt="2026-02-21T01:19:57.591" v="321"/>
        <pc:sldMkLst>
          <pc:docMk/>
          <pc:sldMk cId="0" sldId="263"/>
        </pc:sldMkLst>
        <pc:spChg chg="mod">
          <ac:chgData name="kinjal patil" userId="f93543b737bedd6c" providerId="LiveId" clId="{7B03FAE9-AC46-4EB0-9FA6-DDF004D4E8FE}" dt="2026-02-20T05:33:58.781" v="273" actId="20577"/>
          <ac:spMkLst>
            <pc:docMk/>
            <pc:sldMk cId="0" sldId="263"/>
            <ac:spMk id="2" creationId="{00000000-0000-0000-0000-000000000000}"/>
          </ac:spMkLst>
        </pc:spChg>
        <pc:spChg chg="del">
          <ac:chgData name="kinjal patil" userId="f93543b737bedd6c" providerId="LiveId" clId="{7B03FAE9-AC46-4EB0-9FA6-DDF004D4E8FE}" dt="2026-02-20T04:55:15.030" v="191" actId="26606"/>
          <ac:spMkLst>
            <pc:docMk/>
            <pc:sldMk cId="0" sldId="263"/>
            <ac:spMk id="9" creationId="{BACC6370-2D7E-4714-9D71-7542949D7D5D}"/>
          </ac:spMkLst>
        </pc:spChg>
        <pc:spChg chg="del">
          <ac:chgData name="kinjal patil" userId="f93543b737bedd6c" providerId="LiveId" clId="{7B03FAE9-AC46-4EB0-9FA6-DDF004D4E8FE}" dt="2026-02-20T04:55:15.030" v="191" actId="26606"/>
          <ac:spMkLst>
            <pc:docMk/>
            <pc:sldMk cId="0" sldId="263"/>
            <ac:spMk id="11" creationId="{256B2C21-A230-48C0-8DF1-C46611373C44}"/>
          </ac:spMkLst>
        </pc:spChg>
        <pc:spChg chg="del">
          <ac:chgData name="kinjal patil" userId="f93543b737bedd6c" providerId="LiveId" clId="{7B03FAE9-AC46-4EB0-9FA6-DDF004D4E8FE}" dt="2026-02-20T04:55:15.030" v="191" actId="26606"/>
          <ac:spMkLst>
            <pc:docMk/>
            <pc:sldMk cId="0" sldId="263"/>
            <ac:spMk id="13" creationId="{3847E18C-932D-4C95-AABA-FEC7C9499AD7}"/>
          </ac:spMkLst>
        </pc:spChg>
        <pc:spChg chg="del">
          <ac:chgData name="kinjal patil" userId="f93543b737bedd6c" providerId="LiveId" clId="{7B03FAE9-AC46-4EB0-9FA6-DDF004D4E8FE}" dt="2026-02-20T04:55:15.030" v="191" actId="26606"/>
          <ac:spMkLst>
            <pc:docMk/>
            <pc:sldMk cId="0" sldId="263"/>
            <ac:spMk id="15" creationId="{3150CB11-0C61-439E-910F-5787759E72A0}"/>
          </ac:spMkLst>
        </pc:spChg>
        <pc:spChg chg="del">
          <ac:chgData name="kinjal patil" userId="f93543b737bedd6c" providerId="LiveId" clId="{7B03FAE9-AC46-4EB0-9FA6-DDF004D4E8FE}" dt="2026-02-20T04:55:15.030" v="191" actId="26606"/>
          <ac:spMkLst>
            <pc:docMk/>
            <pc:sldMk cId="0" sldId="263"/>
            <ac:spMk id="17" creationId="{43F8A58B-5155-44CE-A5FF-7647B47D0A7A}"/>
          </ac:spMkLst>
        </pc:spChg>
        <pc:spChg chg="del">
          <ac:chgData name="kinjal patil" userId="f93543b737bedd6c" providerId="LiveId" clId="{7B03FAE9-AC46-4EB0-9FA6-DDF004D4E8FE}" dt="2026-02-20T04:55:15.030" v="191" actId="26606"/>
          <ac:spMkLst>
            <pc:docMk/>
            <pc:sldMk cId="0" sldId="263"/>
            <ac:spMk id="19" creationId="{443F2ACA-E6D6-4028-82DD-F03C262D5DE6}"/>
          </ac:spMkLst>
        </pc:spChg>
        <pc:spChg chg="add del">
          <ac:chgData name="kinjal patil" userId="f93543b737bedd6c" providerId="LiveId" clId="{7B03FAE9-AC46-4EB0-9FA6-DDF004D4E8FE}" dt="2026-02-20T04:56:16.034" v="192" actId="26606"/>
          <ac:spMkLst>
            <pc:docMk/>
            <pc:sldMk cId="0" sldId="263"/>
            <ac:spMk id="24" creationId="{BACC6370-2D7E-4714-9D71-7542949D7D5D}"/>
          </ac:spMkLst>
        </pc:spChg>
        <pc:spChg chg="del">
          <ac:chgData name="kinjal patil" userId="f93543b737bedd6c" providerId="LiveId" clId="{7B03FAE9-AC46-4EB0-9FA6-DDF004D4E8FE}" dt="2026-02-20T04:56:16.034" v="192" actId="26606"/>
          <ac:spMkLst>
            <pc:docMk/>
            <pc:sldMk cId="0" sldId="263"/>
            <ac:spMk id="26" creationId="{F68B3F68-107C-434F-AA38-110D5EA91B85}"/>
          </ac:spMkLst>
        </pc:spChg>
        <pc:spChg chg="add del">
          <ac:chgData name="kinjal patil" userId="f93543b737bedd6c" providerId="LiveId" clId="{7B03FAE9-AC46-4EB0-9FA6-DDF004D4E8FE}" dt="2026-02-20T04:56:16.034" v="192" actId="26606"/>
          <ac:spMkLst>
            <pc:docMk/>
            <pc:sldMk cId="0" sldId="263"/>
            <ac:spMk id="28" creationId="{AAD0DBB9-1A4B-4391-81D4-CB19F9AB918A}"/>
          </ac:spMkLst>
        </pc:spChg>
        <pc:spChg chg="add del">
          <ac:chgData name="kinjal patil" userId="f93543b737bedd6c" providerId="LiveId" clId="{7B03FAE9-AC46-4EB0-9FA6-DDF004D4E8FE}" dt="2026-02-20T04:56:16.034" v="192" actId="26606"/>
          <ac:spMkLst>
            <pc:docMk/>
            <pc:sldMk cId="0" sldId="263"/>
            <ac:spMk id="30" creationId="{063BBA22-50EA-4C4D-BE05-F1CE4E63AA56}"/>
          </ac:spMkLst>
        </pc:spChg>
        <pc:spChg chg="add del">
          <ac:chgData name="kinjal patil" userId="f93543b737bedd6c" providerId="LiveId" clId="{7B03FAE9-AC46-4EB0-9FA6-DDF004D4E8FE}" dt="2026-02-20T04:57:02.450" v="193" actId="26606"/>
          <ac:spMkLst>
            <pc:docMk/>
            <pc:sldMk cId="0" sldId="263"/>
            <ac:spMk id="35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4:57:02.450" v="193" actId="26606"/>
          <ac:spMkLst>
            <pc:docMk/>
            <pc:sldMk cId="0" sldId="263"/>
            <ac:spMk id="37" creationId="{F68B3F68-107C-434F-AA38-110D5EA91B85}"/>
          </ac:spMkLst>
        </pc:spChg>
        <pc:spChg chg="add del">
          <ac:chgData name="kinjal patil" userId="f93543b737bedd6c" providerId="LiveId" clId="{7B03FAE9-AC46-4EB0-9FA6-DDF004D4E8FE}" dt="2026-02-20T04:57:02.450" v="193" actId="26606"/>
          <ac:spMkLst>
            <pc:docMk/>
            <pc:sldMk cId="0" sldId="263"/>
            <ac:spMk id="39" creationId="{AAD0DBB9-1A4B-4391-81D4-CB19F9AB918A}"/>
          </ac:spMkLst>
        </pc:spChg>
        <pc:spChg chg="add del">
          <ac:chgData name="kinjal patil" userId="f93543b737bedd6c" providerId="LiveId" clId="{7B03FAE9-AC46-4EB0-9FA6-DDF004D4E8FE}" dt="2026-02-20T04:57:02.450" v="193" actId="26606"/>
          <ac:spMkLst>
            <pc:docMk/>
            <pc:sldMk cId="0" sldId="263"/>
            <ac:spMk id="41" creationId="{063BBA22-50EA-4C4D-BE05-F1CE4E63AA56}"/>
          </ac:spMkLst>
        </pc:spChg>
        <pc:spChg chg="add del">
          <ac:chgData name="kinjal patil" userId="f93543b737bedd6c" providerId="LiveId" clId="{7B03FAE9-AC46-4EB0-9FA6-DDF004D4E8FE}" dt="2026-02-20T04:57:12.141" v="194" actId="26606"/>
          <ac:spMkLst>
            <pc:docMk/>
            <pc:sldMk cId="0" sldId="263"/>
            <ac:spMk id="46" creationId="{9CE0A68D-28EF-49D9-B84B-5DAB38714976}"/>
          </ac:spMkLst>
        </pc:spChg>
        <pc:spChg chg="add del">
          <ac:chgData name="kinjal patil" userId="f93543b737bedd6c" providerId="LiveId" clId="{7B03FAE9-AC46-4EB0-9FA6-DDF004D4E8FE}" dt="2026-02-20T04:57:12.141" v="194" actId="26606"/>
          <ac:spMkLst>
            <pc:docMk/>
            <pc:sldMk cId="0" sldId="263"/>
            <ac:spMk id="48" creationId="{1FA0C3DC-24DE-44E3-9D41-CAA5F3B20751}"/>
          </ac:spMkLst>
        </pc:spChg>
        <pc:spChg chg="add">
          <ac:chgData name="kinjal patil" userId="f93543b737bedd6c" providerId="LiveId" clId="{7B03FAE9-AC46-4EB0-9FA6-DDF004D4E8FE}" dt="2026-02-20T04:57:12.141" v="194" actId="26606"/>
          <ac:spMkLst>
            <pc:docMk/>
            <pc:sldMk cId="0" sldId="263"/>
            <ac:spMk id="53" creationId="{BACC6370-2D7E-4714-9D71-7542949D7D5D}"/>
          </ac:spMkLst>
        </pc:spChg>
        <pc:spChg chg="add">
          <ac:chgData name="kinjal patil" userId="f93543b737bedd6c" providerId="LiveId" clId="{7B03FAE9-AC46-4EB0-9FA6-DDF004D4E8FE}" dt="2026-02-20T04:57:12.141" v="194" actId="26606"/>
          <ac:spMkLst>
            <pc:docMk/>
            <pc:sldMk cId="0" sldId="263"/>
            <ac:spMk id="55" creationId="{256B2C21-A230-48C0-8DF1-C46611373C44}"/>
          </ac:spMkLst>
        </pc:spChg>
        <pc:spChg chg="add">
          <ac:chgData name="kinjal patil" userId="f93543b737bedd6c" providerId="LiveId" clId="{7B03FAE9-AC46-4EB0-9FA6-DDF004D4E8FE}" dt="2026-02-20T04:57:12.141" v="194" actId="26606"/>
          <ac:spMkLst>
            <pc:docMk/>
            <pc:sldMk cId="0" sldId="263"/>
            <ac:spMk id="57" creationId="{3847E18C-932D-4C95-AABA-FEC7C9499AD7}"/>
          </ac:spMkLst>
        </pc:spChg>
        <pc:spChg chg="add">
          <ac:chgData name="kinjal patil" userId="f93543b737bedd6c" providerId="LiveId" clId="{7B03FAE9-AC46-4EB0-9FA6-DDF004D4E8FE}" dt="2026-02-20T04:57:12.141" v="194" actId="26606"/>
          <ac:spMkLst>
            <pc:docMk/>
            <pc:sldMk cId="0" sldId="263"/>
            <ac:spMk id="59" creationId="{3150CB11-0C61-439E-910F-5787759E72A0}"/>
          </ac:spMkLst>
        </pc:spChg>
        <pc:spChg chg="add">
          <ac:chgData name="kinjal patil" userId="f93543b737bedd6c" providerId="LiveId" clId="{7B03FAE9-AC46-4EB0-9FA6-DDF004D4E8FE}" dt="2026-02-20T04:57:12.141" v="194" actId="26606"/>
          <ac:spMkLst>
            <pc:docMk/>
            <pc:sldMk cId="0" sldId="263"/>
            <ac:spMk id="61" creationId="{43F8A58B-5155-44CE-A5FF-7647B47D0A7A}"/>
          </ac:spMkLst>
        </pc:spChg>
        <pc:spChg chg="add">
          <ac:chgData name="kinjal patil" userId="f93543b737bedd6c" providerId="LiveId" clId="{7B03FAE9-AC46-4EB0-9FA6-DDF004D4E8FE}" dt="2026-02-20T04:57:12.141" v="194" actId="26606"/>
          <ac:spMkLst>
            <pc:docMk/>
            <pc:sldMk cId="0" sldId="263"/>
            <ac:spMk id="63" creationId="{443F2ACA-E6D6-4028-82DD-F03C262D5DE6}"/>
          </ac:spMkLst>
        </pc:spChg>
        <pc:graphicFrameChg chg="mod modGraphic">
          <ac:chgData name="kinjal patil" userId="f93543b737bedd6c" providerId="LiveId" clId="{7B03FAE9-AC46-4EB0-9FA6-DDF004D4E8FE}" dt="2026-02-20T04:57:12.141" v="194" actId="26606"/>
          <ac:graphicFrameMkLst>
            <pc:docMk/>
            <pc:sldMk cId="0" sldId="263"/>
            <ac:graphicFrameMk id="5" creationId="{78D16905-1405-C3B3-420F-DF4CCB0C8915}"/>
          </ac:graphicFrameMkLst>
        </pc:graphicFrame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63"/>
            <ac:picMk id="7" creationId="{5B4F97FA-1221-A972-D6CF-7BB481EE1F96}"/>
          </ac:picMkLst>
        </pc:picChg>
      </pc:sldChg>
      <pc:sldChg chg="addSp delSp modSp mod ord modTransition modAnim">
        <pc:chgData name="kinjal patil" userId="f93543b737bedd6c" providerId="LiveId" clId="{7B03FAE9-AC46-4EB0-9FA6-DDF004D4E8FE}" dt="2026-02-21T01:19:57.591" v="321"/>
        <pc:sldMkLst>
          <pc:docMk/>
          <pc:sldMk cId="0" sldId="264"/>
        </pc:sldMkLst>
        <pc:spChg chg="mod">
          <ac:chgData name="kinjal patil" userId="f93543b737bedd6c" providerId="LiveId" clId="{7B03FAE9-AC46-4EB0-9FA6-DDF004D4E8FE}" dt="2026-02-20T04:58:04.323" v="200" actId="20577"/>
          <ac:spMkLst>
            <pc:docMk/>
            <pc:sldMk cId="0" sldId="264"/>
            <ac:spMk id="2" creationId="{00000000-0000-0000-0000-000000000000}"/>
          </ac:spMkLst>
        </pc:spChg>
        <pc:graphicFrameChg chg="mod modGraphic">
          <ac:chgData name="kinjal patil" userId="f93543b737bedd6c" providerId="LiveId" clId="{7B03FAE9-AC46-4EB0-9FA6-DDF004D4E8FE}" dt="2026-02-20T04:59:54.678" v="207" actId="26606"/>
          <ac:graphicFrameMkLst>
            <pc:docMk/>
            <pc:sldMk cId="0" sldId="264"/>
            <ac:graphicFrameMk id="5" creationId="{ED163BB3-CD8C-878E-0F13-235A6BE1E647}"/>
          </ac:graphicFrameMkLst>
        </pc:graphicFrameChg>
        <pc:picChg chg="add del mod">
          <ac:chgData name="kinjal patil" userId="f93543b737bedd6c" providerId="LiveId" clId="{7B03FAE9-AC46-4EB0-9FA6-DDF004D4E8FE}" dt="2026-02-21T00:47:46.682" v="306"/>
          <ac:picMkLst>
            <pc:docMk/>
            <pc:sldMk cId="0" sldId="264"/>
            <ac:picMk id="7" creationId="{974BA539-DFA1-F727-3961-6AB89509E9A3}"/>
          </ac:picMkLst>
        </pc:picChg>
        <pc:picChg chg="add del mod">
          <ac:chgData name="kinjal patil" userId="f93543b737bedd6c" providerId="LiveId" clId="{7B03FAE9-AC46-4EB0-9FA6-DDF004D4E8FE}" dt="2026-02-21T00:48:31.149" v="309"/>
          <ac:picMkLst>
            <pc:docMk/>
            <pc:sldMk cId="0" sldId="264"/>
            <ac:picMk id="16" creationId="{EE121971-3860-933F-7E05-ED5F41C4FB26}"/>
          </ac:picMkLst>
        </pc:picChg>
        <pc:picChg chg="add del mod">
          <ac:chgData name="kinjal patil" userId="f93543b737bedd6c" providerId="LiveId" clId="{7B03FAE9-AC46-4EB0-9FA6-DDF004D4E8FE}" dt="2026-02-21T00:49:26.556" v="311"/>
          <ac:picMkLst>
            <pc:docMk/>
            <pc:sldMk cId="0" sldId="264"/>
            <ac:picMk id="23" creationId="{9E0A38A2-D2C9-3CF9-20EC-0DA852557DE3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64"/>
            <ac:picMk id="29" creationId="{BD8C5F5B-8A3E-123F-AE8A-89951E01390A}"/>
          </ac:picMkLst>
        </pc:picChg>
      </pc:sldChg>
      <pc:sldChg chg="addSp delSp modSp mod modTransition modAnim">
        <pc:chgData name="kinjal patil" userId="f93543b737bedd6c" providerId="LiveId" clId="{7B03FAE9-AC46-4EB0-9FA6-DDF004D4E8FE}" dt="2026-02-21T01:19:57.591" v="321"/>
        <pc:sldMkLst>
          <pc:docMk/>
          <pc:sldMk cId="0" sldId="265"/>
        </pc:sldMkLst>
        <pc:spChg chg="mod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2" creationId="{00000000-0000-0000-0000-000000000000}"/>
          </ac:spMkLst>
        </pc:spChg>
        <pc:spChg chg="add del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9" creationId="{BACC6370-2D7E-4714-9D71-7542949D7D5D}"/>
          </ac:spMkLst>
        </pc:spChg>
        <pc:spChg chg="add del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11" creationId="{256B2C21-A230-48C0-8DF1-C46611373C44}"/>
          </ac:spMkLst>
        </pc:spChg>
        <pc:spChg chg="add del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13" creationId="{3847E18C-932D-4C95-AABA-FEC7C9499AD7}"/>
          </ac:spMkLst>
        </pc:spChg>
        <pc:spChg chg="add del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15" creationId="{3150CB11-0C61-439E-910F-5787759E72A0}"/>
          </ac:spMkLst>
        </pc:spChg>
        <pc:spChg chg="add del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17" creationId="{43F8A58B-5155-44CE-A5FF-7647B47D0A7A}"/>
          </ac:spMkLst>
        </pc:spChg>
        <pc:spChg chg="add del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19" creationId="{443F2ACA-E6D6-4028-82DD-F03C262D5DE6}"/>
          </ac:spMkLst>
        </pc:spChg>
        <pc:spChg chg="add del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21" creationId="{C6FC42E6-6C25-4922-95D2-B97B1E123559}"/>
          </ac:spMkLst>
        </pc:spChg>
        <pc:spChg chg="add del">
          <ac:chgData name="kinjal patil" userId="f93543b737bedd6c" providerId="LiveId" clId="{7B03FAE9-AC46-4EB0-9FA6-DDF004D4E8FE}" dt="2026-02-20T05:03:41.321" v="217" actId="26606"/>
          <ac:spMkLst>
            <pc:docMk/>
            <pc:sldMk cId="0" sldId="265"/>
            <ac:spMk id="22" creationId="{0295F874-A8A5-4A14-8CFC-828968DE64C4}"/>
          </ac:spMkLst>
        </pc:spChg>
        <pc:spChg chg="add del">
          <ac:chgData name="kinjal patil" userId="f93543b737bedd6c" providerId="LiveId" clId="{7B03FAE9-AC46-4EB0-9FA6-DDF004D4E8FE}" dt="2026-02-20T05:03:04.857" v="215" actId="26606"/>
          <ac:spMkLst>
            <pc:docMk/>
            <pc:sldMk cId="0" sldId="265"/>
            <ac:spMk id="24" creationId="{9CE0A68D-28EF-49D9-B84B-5DAB38714976}"/>
          </ac:spMkLst>
        </pc:spChg>
        <pc:spChg chg="add del">
          <ac:chgData name="kinjal patil" userId="f93543b737bedd6c" providerId="LiveId" clId="{7B03FAE9-AC46-4EB0-9FA6-DDF004D4E8FE}" dt="2026-02-20T05:03:04.857" v="215" actId="26606"/>
          <ac:spMkLst>
            <pc:docMk/>
            <pc:sldMk cId="0" sldId="265"/>
            <ac:spMk id="26" creationId="{1FA0C3DC-24DE-44E3-9D41-CAA5F3B20751}"/>
          </ac:spMkLst>
        </pc:spChg>
        <pc:graphicFrameChg chg="mod modGraphic">
          <ac:chgData name="kinjal patil" userId="f93543b737bedd6c" providerId="LiveId" clId="{7B03FAE9-AC46-4EB0-9FA6-DDF004D4E8FE}" dt="2026-02-20T05:03:59.723" v="218" actId="26606"/>
          <ac:graphicFrameMkLst>
            <pc:docMk/>
            <pc:sldMk cId="0" sldId="265"/>
            <ac:graphicFrameMk id="5" creationId="{879D81FF-3383-4DF8-209D-D94DC04CFEFE}"/>
          </ac:graphicFrameMkLst>
        </pc:graphicFrame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65"/>
            <ac:picMk id="12" creationId="{8F5D922F-44AD-7893-D750-E1443855A69B}"/>
          </ac:picMkLst>
        </pc:picChg>
      </pc:sldChg>
      <pc:sldChg chg="addSp delSp modSp mod modTransition modAnim">
        <pc:chgData name="kinjal patil" userId="f93543b737bedd6c" providerId="LiveId" clId="{7B03FAE9-AC46-4EB0-9FA6-DDF004D4E8FE}" dt="2026-02-21T01:19:57.591" v="321"/>
        <pc:sldMkLst>
          <pc:docMk/>
          <pc:sldMk cId="0" sldId="266"/>
        </pc:sldMkLst>
        <pc:spChg chg="del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9" creationId="{BACC6370-2D7E-4714-9D71-7542949D7D5D}"/>
          </ac:spMkLst>
        </pc:spChg>
        <pc:spChg chg="del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11" creationId="{256B2C21-A230-48C0-8DF1-C46611373C44}"/>
          </ac:spMkLst>
        </pc:spChg>
        <pc:spChg chg="del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13" creationId="{3847E18C-932D-4C95-AABA-FEC7C9499AD7}"/>
          </ac:spMkLst>
        </pc:spChg>
        <pc:spChg chg="del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15" creationId="{3150CB11-0C61-439E-910F-5787759E72A0}"/>
          </ac:spMkLst>
        </pc:spChg>
        <pc:spChg chg="del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17" creationId="{43F8A58B-5155-44CE-A5FF-7647B47D0A7A}"/>
          </ac:spMkLst>
        </pc:spChg>
        <pc:spChg chg="del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19" creationId="{443F2ACA-E6D6-4028-82DD-F03C262D5DE6}"/>
          </ac:spMkLst>
        </pc:spChg>
        <pc:spChg chg="add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24" creationId="{BACC6370-2D7E-4714-9D71-7542949D7D5D}"/>
          </ac:spMkLst>
        </pc:spChg>
        <pc:spChg chg="add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26" creationId="{F68B3F68-107C-434F-AA38-110D5EA91B85}"/>
          </ac:spMkLst>
        </pc:spChg>
        <pc:spChg chg="add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28" creationId="{AAD0DBB9-1A4B-4391-81D4-CB19F9AB918A}"/>
          </ac:spMkLst>
        </pc:spChg>
        <pc:spChg chg="add">
          <ac:chgData name="kinjal patil" userId="f93543b737bedd6c" providerId="LiveId" clId="{7B03FAE9-AC46-4EB0-9FA6-DDF004D4E8FE}" dt="2026-02-20T04:48:40.121" v="177" actId="26606"/>
          <ac:spMkLst>
            <pc:docMk/>
            <pc:sldMk cId="0" sldId="266"/>
            <ac:spMk id="30" creationId="{063BBA22-50EA-4C4D-BE05-F1CE4E63AA56}"/>
          </ac:spMkLst>
        </pc:spChg>
        <pc:graphicFrameChg chg="mod modGraphic">
          <ac:chgData name="kinjal patil" userId="f93543b737bedd6c" providerId="LiveId" clId="{7B03FAE9-AC46-4EB0-9FA6-DDF004D4E8FE}" dt="2026-02-20T05:07:12.730" v="228" actId="26606"/>
          <ac:graphicFrameMkLst>
            <pc:docMk/>
            <pc:sldMk cId="0" sldId="266"/>
            <ac:graphicFrameMk id="5" creationId="{649A216B-688F-B998-7427-A703A988B951}"/>
          </ac:graphicFrameMkLst>
        </pc:graphicFrameChg>
        <pc:picChg chg="add del mod">
          <ac:chgData name="kinjal patil" userId="f93543b737bedd6c" providerId="LiveId" clId="{7B03FAE9-AC46-4EB0-9FA6-DDF004D4E8FE}" dt="2026-02-21T00:57:58.350" v="314"/>
          <ac:picMkLst>
            <pc:docMk/>
            <pc:sldMk cId="0" sldId="266"/>
            <ac:picMk id="7" creationId="{D3FD9D92-7F33-E394-C6D9-8B133EE742F5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66"/>
            <ac:picMk id="14" creationId="{84F834DF-AF96-D66A-C793-2BB9B9455184}"/>
          </ac:picMkLst>
        </pc:picChg>
      </pc:sldChg>
      <pc:sldChg chg="addSp delSp modSp mod modTransition modAnim">
        <pc:chgData name="kinjal patil" userId="f93543b737bedd6c" providerId="LiveId" clId="{7B03FAE9-AC46-4EB0-9FA6-DDF004D4E8FE}" dt="2026-02-21T01:19:57.591" v="321"/>
        <pc:sldMkLst>
          <pc:docMk/>
          <pc:sldMk cId="0" sldId="267"/>
        </pc:sldMkLst>
        <pc:graphicFrameChg chg="mod modGraphic">
          <ac:chgData name="kinjal patil" userId="f93543b737bedd6c" providerId="LiveId" clId="{7B03FAE9-AC46-4EB0-9FA6-DDF004D4E8FE}" dt="2026-02-20T05:09:35.722" v="237" actId="26606"/>
          <ac:graphicFrameMkLst>
            <pc:docMk/>
            <pc:sldMk cId="0" sldId="267"/>
            <ac:graphicFrameMk id="5" creationId="{78A941B4-CBA6-5420-4E71-DE76D2924285}"/>
          </ac:graphicFrameMkLst>
        </pc:graphicFrameChg>
        <pc:picChg chg="add del mod">
          <ac:chgData name="kinjal patil" userId="f93543b737bedd6c" providerId="LiveId" clId="{7B03FAE9-AC46-4EB0-9FA6-DDF004D4E8FE}" dt="2026-02-21T00:58:02" v="315"/>
          <ac:picMkLst>
            <pc:docMk/>
            <pc:sldMk cId="0" sldId="267"/>
            <ac:picMk id="4" creationId="{F83F2852-1A86-5A24-19FE-71D8F9978ACE}"/>
          </ac:picMkLst>
        </pc:picChg>
        <pc:picChg chg="add del mod">
          <ac:chgData name="kinjal patil" userId="f93543b737bedd6c" providerId="LiveId" clId="{7B03FAE9-AC46-4EB0-9FA6-DDF004D4E8FE}" dt="2026-02-21T01:01:18.090" v="317"/>
          <ac:picMkLst>
            <pc:docMk/>
            <pc:sldMk cId="0" sldId="267"/>
            <ac:picMk id="14" creationId="{E5BB08D8-1363-22BA-B71E-19C12E1055D4}"/>
          </ac:picMkLst>
        </pc:picChg>
        <pc:picChg chg="add del mod">
          <ac:chgData name="kinjal patil" userId="f93543b737bedd6c" providerId="LiveId" clId="{7B03FAE9-AC46-4EB0-9FA6-DDF004D4E8FE}" dt="2026-02-21T01:03:43.317" v="319"/>
          <ac:picMkLst>
            <pc:docMk/>
            <pc:sldMk cId="0" sldId="267"/>
            <ac:picMk id="26" creationId="{BAFDAB67-D3D3-C87E-CD00-9AED5DB1060D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0" sldId="267"/>
            <ac:picMk id="34" creationId="{7CDF89DA-7B45-0BA7-074A-89887B785D36}"/>
          </ac:picMkLst>
        </pc:picChg>
      </pc:sldChg>
      <pc:sldChg chg="addSp delSp modSp new mod modTransition setBg modAnim">
        <pc:chgData name="kinjal patil" userId="f93543b737bedd6c" providerId="LiveId" clId="{7B03FAE9-AC46-4EB0-9FA6-DDF004D4E8FE}" dt="2026-02-21T01:19:57.591" v="321"/>
        <pc:sldMkLst>
          <pc:docMk/>
          <pc:sldMk cId="364256335" sldId="268"/>
        </pc:sldMkLst>
        <pc:spChg chg="mod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2" creationId="{D3E19FFC-528A-33E6-5502-FD94CE6FC73D}"/>
          </ac:spMkLst>
        </pc:spChg>
        <pc:spChg chg="mod ord">
          <ac:chgData name="kinjal patil" userId="f93543b737bedd6c" providerId="LiveId" clId="{7B03FAE9-AC46-4EB0-9FA6-DDF004D4E8FE}" dt="2026-02-20T04:27:04.954" v="71" actId="5793"/>
          <ac:spMkLst>
            <pc:docMk/>
            <pc:sldMk cId="364256335" sldId="268"/>
            <ac:spMk id="3" creationId="{70A8F8E2-F89B-7BF7-9305-D3E73F3D048E}"/>
          </ac:spMkLst>
        </pc:spChg>
        <pc:spChg chg="del">
          <ac:chgData name="kinjal patil" userId="f93543b737bedd6c" providerId="LiveId" clId="{7B03FAE9-AC46-4EB0-9FA6-DDF004D4E8FE}" dt="2026-02-20T04:14:08.061" v="15" actId="931"/>
          <ac:spMkLst>
            <pc:docMk/>
            <pc:sldMk cId="364256335" sldId="268"/>
            <ac:spMk id="4" creationId="{BA81C3D0-A5F4-2230-3E9A-954BA8D32E7E}"/>
          </ac:spMkLst>
        </pc:spChg>
        <pc:spChg chg="add del mod">
          <ac:chgData name="kinjal patil" userId="f93543b737bedd6c" providerId="LiveId" clId="{7B03FAE9-AC46-4EB0-9FA6-DDF004D4E8FE}" dt="2026-02-20T04:16:56.085" v="30" actId="931"/>
          <ac:spMkLst>
            <pc:docMk/>
            <pc:sldMk cId="364256335" sldId="268"/>
            <ac:spMk id="8" creationId="{FA586906-B2C3-4BF8-5974-312FB08CE2D2}"/>
          </ac:spMkLst>
        </pc:spChg>
        <pc:spChg chg="add del">
          <ac:chgData name="kinjal patil" userId="f93543b737bedd6c" providerId="LiveId" clId="{7B03FAE9-AC46-4EB0-9FA6-DDF004D4E8FE}" dt="2026-02-20T04:15:15.114" v="27" actId="26606"/>
          <ac:spMkLst>
            <pc:docMk/>
            <pc:sldMk cId="364256335" sldId="268"/>
            <ac:spMk id="11" creationId="{5AA03EDC-7067-4DFF-B672-541D016AAAB8}"/>
          </ac:spMkLst>
        </pc:spChg>
        <pc:spChg chg="add del">
          <ac:chgData name="kinjal patil" userId="f93543b737bedd6c" providerId="LiveId" clId="{7B03FAE9-AC46-4EB0-9FA6-DDF004D4E8FE}" dt="2026-02-20T04:15:15.114" v="27" actId="26606"/>
          <ac:spMkLst>
            <pc:docMk/>
            <pc:sldMk cId="364256335" sldId="268"/>
            <ac:spMk id="13" creationId="{0EBF3E39-B0BE-496A-8604-9007470FFA3A}"/>
          </ac:spMkLst>
        </pc:spChg>
        <pc:spChg chg="add del">
          <ac:chgData name="kinjal patil" userId="f93543b737bedd6c" providerId="LiveId" clId="{7B03FAE9-AC46-4EB0-9FA6-DDF004D4E8FE}" dt="2026-02-20T04:17:13.896" v="34" actId="26606"/>
          <ac:spMkLst>
            <pc:docMk/>
            <pc:sldMk cId="364256335" sldId="268"/>
            <ac:spMk id="15" creationId="{8D42B8BD-40AF-488E-8A79-D7256C917229}"/>
          </ac:spMkLst>
        </pc:spChg>
        <pc:spChg chg="add del">
          <ac:chgData name="kinjal patil" userId="f93543b737bedd6c" providerId="LiveId" clId="{7B03FAE9-AC46-4EB0-9FA6-DDF004D4E8FE}" dt="2026-02-20T04:17:13.896" v="34" actId="26606"/>
          <ac:spMkLst>
            <pc:docMk/>
            <pc:sldMk cId="364256335" sldId="268"/>
            <ac:spMk id="16" creationId="{C681C32C-7AFC-4BB3-9088-65CBDFC5D1C2}"/>
          </ac:spMkLst>
        </pc:spChg>
        <pc:spChg chg="add del">
          <ac:chgData name="kinjal patil" userId="f93543b737bedd6c" providerId="LiveId" clId="{7B03FAE9-AC46-4EB0-9FA6-DDF004D4E8FE}" dt="2026-02-20T04:17:13.896" v="34" actId="26606"/>
          <ac:spMkLst>
            <pc:docMk/>
            <pc:sldMk cId="364256335" sldId="268"/>
            <ac:spMk id="17" creationId="{199C0ED0-69DE-4C31-A5CF-E2A46FD30226}"/>
          </ac:spMkLst>
        </pc:spChg>
        <pc:spChg chg="add del">
          <ac:chgData name="kinjal patil" userId="f93543b737bedd6c" providerId="LiveId" clId="{7B03FAE9-AC46-4EB0-9FA6-DDF004D4E8FE}" dt="2026-02-20T04:17:31.657" v="35" actId="26606"/>
          <ac:spMkLst>
            <pc:docMk/>
            <pc:sldMk cId="364256335" sldId="268"/>
            <ac:spMk id="22" creationId="{D7A453D2-15D8-4403-815F-291FA16340D9}"/>
          </ac:spMkLst>
        </pc:spChg>
        <pc:spChg chg="add del">
          <ac:chgData name="kinjal patil" userId="f93543b737bedd6c" providerId="LiveId" clId="{7B03FAE9-AC46-4EB0-9FA6-DDF004D4E8FE}" dt="2026-02-20T04:17:31.657" v="35" actId="26606"/>
          <ac:spMkLst>
            <pc:docMk/>
            <pc:sldMk cId="364256335" sldId="268"/>
            <ac:spMk id="24" creationId="{8161EA6B-09CA-445B-AB0D-8DF76FA92DEF}"/>
          </ac:spMkLst>
        </pc:spChg>
        <pc:spChg chg="add del">
          <ac:chgData name="kinjal patil" userId="f93543b737bedd6c" providerId="LiveId" clId="{7B03FAE9-AC46-4EB0-9FA6-DDF004D4E8FE}" dt="2026-02-20T04:17:31.657" v="35" actId="26606"/>
          <ac:spMkLst>
            <pc:docMk/>
            <pc:sldMk cId="364256335" sldId="268"/>
            <ac:spMk id="34" creationId="{B8114C98-A349-4111-A123-E8EAB86ABE30}"/>
          </ac:spMkLst>
        </pc:spChg>
        <pc:spChg chg="add del">
          <ac:chgData name="kinjal patil" userId="f93543b737bedd6c" providerId="LiveId" clId="{7B03FAE9-AC46-4EB0-9FA6-DDF004D4E8FE}" dt="2026-02-20T04:17:31.657" v="35" actId="26606"/>
          <ac:spMkLst>
            <pc:docMk/>
            <pc:sldMk cId="364256335" sldId="268"/>
            <ac:spMk id="48" creationId="{E2D3D3F2-ABBB-4453-B1C5-1BEBF7E4DD56}"/>
          </ac:spMkLst>
        </pc:spChg>
        <pc:spChg chg="add del">
          <ac:chgData name="kinjal patil" userId="f93543b737bedd6c" providerId="LiveId" clId="{7B03FAE9-AC46-4EB0-9FA6-DDF004D4E8FE}" dt="2026-02-20T04:17:42.654" v="36" actId="26606"/>
          <ac:spMkLst>
            <pc:docMk/>
            <pc:sldMk cId="364256335" sldId="268"/>
            <ac:spMk id="59" creationId="{B1595A09-E336-4D1B-9B3A-06A2287A54E2}"/>
          </ac:spMkLst>
        </pc:spChg>
        <pc:spChg chg="add del">
          <ac:chgData name="kinjal patil" userId="f93543b737bedd6c" providerId="LiveId" clId="{7B03FAE9-AC46-4EB0-9FA6-DDF004D4E8FE}" dt="2026-02-20T04:17:42.654" v="36" actId="26606"/>
          <ac:spMkLst>
            <pc:docMk/>
            <pc:sldMk cId="364256335" sldId="268"/>
            <ac:spMk id="61" creationId="{3540989C-C7B8-473B-BF87-6F2DA6A90006}"/>
          </ac:spMkLst>
        </pc:spChg>
        <pc:spChg chg="add del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66" creationId="{C681C32C-7AFC-4BB3-9088-65CBDFC5D1C2}"/>
          </ac:spMkLst>
        </pc:spChg>
        <pc:spChg chg="add del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68" creationId="{199C0ED0-69DE-4C31-A5CF-E2A46FD30226}"/>
          </ac:spMkLst>
        </pc:spChg>
        <pc:spChg chg="add del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70" creationId="{8D42B8BD-40AF-488E-8A79-D7256C917229}"/>
          </ac:spMkLst>
        </pc:spChg>
        <pc:spChg chg="add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72" creationId="{1B15ED52-F352-441B-82BF-E0EA34836D08}"/>
          </ac:spMkLst>
        </pc:spChg>
        <pc:spChg chg="add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73" creationId="{3B2E3793-BFE6-45A2-9B7B-E18844431C99}"/>
          </ac:spMkLst>
        </pc:spChg>
        <pc:spChg chg="add del">
          <ac:chgData name="kinjal patil" userId="f93543b737bedd6c" providerId="LiveId" clId="{7B03FAE9-AC46-4EB0-9FA6-DDF004D4E8FE}" dt="2026-02-20T04:22:23.476" v="55" actId="26606"/>
          <ac:spMkLst>
            <pc:docMk/>
            <pc:sldMk cId="364256335" sldId="268"/>
            <ac:spMk id="75" creationId="{5AA03EDC-7067-4DFF-B672-541D016AAAB8}"/>
          </ac:spMkLst>
        </pc:spChg>
        <pc:spChg chg="add del">
          <ac:chgData name="kinjal patil" userId="f93543b737bedd6c" providerId="LiveId" clId="{7B03FAE9-AC46-4EB0-9FA6-DDF004D4E8FE}" dt="2026-02-20T04:22:23.476" v="55" actId="26606"/>
          <ac:spMkLst>
            <pc:docMk/>
            <pc:sldMk cId="364256335" sldId="268"/>
            <ac:spMk id="77" creationId="{0EBF3E39-B0BE-496A-8604-9007470FFA3A}"/>
          </ac:spMkLst>
        </pc:spChg>
        <pc:spChg chg="add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79" creationId="{BC4C4868-CB8F-4AF9-9CDB-8108F2C19B67}"/>
          </ac:spMkLst>
        </pc:spChg>
        <pc:spChg chg="add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81" creationId="{375E0459-6403-40CD-989D-56A4407CA12E}"/>
          </ac:spMkLst>
        </pc:spChg>
        <pc:spChg chg="add">
          <ac:chgData name="kinjal patil" userId="f93543b737bedd6c" providerId="LiveId" clId="{7B03FAE9-AC46-4EB0-9FA6-DDF004D4E8FE}" dt="2026-02-20T04:22:32.770" v="56" actId="26606"/>
          <ac:spMkLst>
            <pc:docMk/>
            <pc:sldMk cId="364256335" sldId="268"/>
            <ac:spMk id="83" creationId="{53E5B1A8-3AC9-4BD1-9BBC-78CA94F2D1BA}"/>
          </ac:spMkLst>
        </pc:spChg>
        <pc:grpChg chg="del">
          <ac:chgData name="kinjal patil" userId="f93543b737bedd6c" providerId="LiveId" clId="{7B03FAE9-AC46-4EB0-9FA6-DDF004D4E8FE}" dt="2026-02-20T04:17:31.657" v="35" actId="26606"/>
          <ac:grpSpMkLst>
            <pc:docMk/>
            <pc:sldMk cId="364256335" sldId="268"/>
            <ac:grpSpMk id="26" creationId="{1EA1DAFF-CECA-492F-BFA1-22C64956B8D9}"/>
          </ac:grpSpMkLst>
        </pc:grpChg>
        <pc:picChg chg="add del mod ord">
          <ac:chgData name="kinjal patil" userId="f93543b737bedd6c" providerId="LiveId" clId="{7B03FAE9-AC46-4EB0-9FA6-DDF004D4E8FE}" dt="2026-02-20T04:16:45.374" v="29" actId="21"/>
          <ac:picMkLst>
            <pc:docMk/>
            <pc:sldMk cId="364256335" sldId="268"/>
            <ac:picMk id="6" creationId="{794A5277-3D0B-B2A4-3060-398D2134B8A0}"/>
          </ac:picMkLst>
        </pc:picChg>
        <pc:picChg chg="add del mod">
          <ac:chgData name="kinjal patil" userId="f93543b737bedd6c" providerId="LiveId" clId="{7B03FAE9-AC46-4EB0-9FA6-DDF004D4E8FE}" dt="2026-02-21T00:25:12.904" v="290"/>
          <ac:picMkLst>
            <pc:docMk/>
            <pc:sldMk cId="364256335" sldId="268"/>
            <ac:picMk id="6" creationId="{D89E08AB-ABFB-6E08-10B1-4CAF701AB26C}"/>
          </ac:picMkLst>
        </pc:picChg>
        <pc:picChg chg="add mod ord">
          <ac:chgData name="kinjal patil" userId="f93543b737bedd6c" providerId="LiveId" clId="{7B03FAE9-AC46-4EB0-9FA6-DDF004D4E8FE}" dt="2026-02-20T04:22:23.476" v="55" actId="26606"/>
          <ac:picMkLst>
            <pc:docMk/>
            <pc:sldMk cId="364256335" sldId="268"/>
            <ac:picMk id="10" creationId="{63DB6273-05AB-56E8-B470-31D4BB7FE19C}"/>
          </ac:picMkLst>
        </pc:picChg>
        <pc:picChg chg="add del mod">
          <ac:chgData name="kinjal patil" userId="f93543b737bedd6c" providerId="LiveId" clId="{7B03FAE9-AC46-4EB0-9FA6-DDF004D4E8FE}" dt="2026-02-21T00:28:59.820" v="299"/>
          <ac:picMkLst>
            <pc:docMk/>
            <pc:sldMk cId="364256335" sldId="268"/>
            <ac:picMk id="14" creationId="{63D42DF3-B782-4711-B19A-38966EC6BFB8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364256335" sldId="268"/>
            <ac:picMk id="21" creationId="{09B41A95-E1BD-0996-45E7-CC855A5A5FB9}"/>
          </ac:picMkLst>
        </pc:picChg>
      </pc:sldChg>
      <pc:sldChg chg="addSp delSp modSp new mod modTransition setBg modAnim">
        <pc:chgData name="kinjal patil" userId="f93543b737bedd6c" providerId="LiveId" clId="{7B03FAE9-AC46-4EB0-9FA6-DDF004D4E8FE}" dt="2026-02-21T01:19:57.591" v="321"/>
        <pc:sldMkLst>
          <pc:docMk/>
          <pc:sldMk cId="530419928" sldId="269"/>
        </pc:sldMkLst>
        <pc:spChg chg="mod">
          <ac:chgData name="kinjal patil" userId="f93543b737bedd6c" providerId="LiveId" clId="{7B03FAE9-AC46-4EB0-9FA6-DDF004D4E8FE}" dt="2026-02-20T04:22:42.118" v="57" actId="26606"/>
          <ac:spMkLst>
            <pc:docMk/>
            <pc:sldMk cId="530419928" sldId="269"/>
            <ac:spMk id="2" creationId="{FD6DFA49-ED1B-CDE9-4447-BCAE775CED4C}"/>
          </ac:spMkLst>
        </pc:spChg>
        <pc:spChg chg="mod ord">
          <ac:chgData name="kinjal patil" userId="f93543b737bedd6c" providerId="LiveId" clId="{7B03FAE9-AC46-4EB0-9FA6-DDF004D4E8FE}" dt="2026-02-20T04:26:59.895" v="70" actId="5793"/>
          <ac:spMkLst>
            <pc:docMk/>
            <pc:sldMk cId="530419928" sldId="269"/>
            <ac:spMk id="3" creationId="{B2A0B57F-1D2E-EF12-0B8E-09BA79603E8B}"/>
          </ac:spMkLst>
        </pc:spChg>
        <pc:spChg chg="del">
          <ac:chgData name="kinjal patil" userId="f93543b737bedd6c" providerId="LiveId" clId="{7B03FAE9-AC46-4EB0-9FA6-DDF004D4E8FE}" dt="2026-02-20T04:20:42.616" v="44" actId="931"/>
          <ac:spMkLst>
            <pc:docMk/>
            <pc:sldMk cId="530419928" sldId="269"/>
            <ac:spMk id="4" creationId="{4AB4CBB4-6CDA-0251-6D55-61902E228DE4}"/>
          </ac:spMkLst>
        </pc:spChg>
        <pc:spChg chg="add del">
          <ac:chgData name="kinjal patil" userId="f93543b737bedd6c" providerId="LiveId" clId="{7B03FAE9-AC46-4EB0-9FA6-DDF004D4E8FE}" dt="2026-02-20T04:21:07.395" v="47" actId="26606"/>
          <ac:spMkLst>
            <pc:docMk/>
            <pc:sldMk cId="530419928" sldId="269"/>
            <ac:spMk id="11" creationId="{C681C32C-7AFC-4BB3-9088-65CBDFC5D1C2}"/>
          </ac:spMkLst>
        </pc:spChg>
        <pc:spChg chg="add del">
          <ac:chgData name="kinjal patil" userId="f93543b737bedd6c" providerId="LiveId" clId="{7B03FAE9-AC46-4EB0-9FA6-DDF004D4E8FE}" dt="2026-02-20T04:21:07.395" v="47" actId="26606"/>
          <ac:spMkLst>
            <pc:docMk/>
            <pc:sldMk cId="530419928" sldId="269"/>
            <ac:spMk id="13" creationId="{199C0ED0-69DE-4C31-A5CF-E2A46FD30226}"/>
          </ac:spMkLst>
        </pc:spChg>
        <pc:spChg chg="add del">
          <ac:chgData name="kinjal patil" userId="f93543b737bedd6c" providerId="LiveId" clId="{7B03FAE9-AC46-4EB0-9FA6-DDF004D4E8FE}" dt="2026-02-20T04:21:07.395" v="47" actId="26606"/>
          <ac:spMkLst>
            <pc:docMk/>
            <pc:sldMk cId="530419928" sldId="269"/>
            <ac:spMk id="15" creationId="{8D42B8BD-40AF-488E-8A79-D7256C917229}"/>
          </ac:spMkLst>
        </pc:spChg>
        <pc:spChg chg="add del">
          <ac:chgData name="kinjal patil" userId="f93543b737bedd6c" providerId="LiveId" clId="{7B03FAE9-AC46-4EB0-9FA6-DDF004D4E8FE}" dt="2026-02-20T04:21:08.953" v="49" actId="26606"/>
          <ac:spMkLst>
            <pc:docMk/>
            <pc:sldMk cId="530419928" sldId="269"/>
            <ac:spMk id="17" creationId="{B1595A09-E336-4D1B-9B3A-06A2287A54E2}"/>
          </ac:spMkLst>
        </pc:spChg>
        <pc:spChg chg="add del">
          <ac:chgData name="kinjal patil" userId="f93543b737bedd6c" providerId="LiveId" clId="{7B03FAE9-AC46-4EB0-9FA6-DDF004D4E8FE}" dt="2026-02-20T04:21:08.953" v="49" actId="26606"/>
          <ac:spMkLst>
            <pc:docMk/>
            <pc:sldMk cId="530419928" sldId="269"/>
            <ac:spMk id="18" creationId="{3540989C-C7B8-473B-BF87-6F2DA6A90006}"/>
          </ac:spMkLst>
        </pc:spChg>
        <pc:spChg chg="add del">
          <ac:chgData name="kinjal patil" userId="f93543b737bedd6c" providerId="LiveId" clId="{7B03FAE9-AC46-4EB0-9FA6-DDF004D4E8FE}" dt="2026-02-20T04:21:39.465" v="52" actId="26606"/>
          <ac:spMkLst>
            <pc:docMk/>
            <pc:sldMk cId="530419928" sldId="269"/>
            <ac:spMk id="20" creationId="{979E27D9-03C7-44E2-9FF8-15D0C8506AF7}"/>
          </ac:spMkLst>
        </pc:spChg>
        <pc:spChg chg="add del">
          <ac:chgData name="kinjal patil" userId="f93543b737bedd6c" providerId="LiveId" clId="{7B03FAE9-AC46-4EB0-9FA6-DDF004D4E8FE}" dt="2026-02-20T04:21:39.465" v="52" actId="26606"/>
          <ac:spMkLst>
            <pc:docMk/>
            <pc:sldMk cId="530419928" sldId="269"/>
            <ac:spMk id="21" creationId="{EEBF1590-3B36-48EE-A89D-3B6F3CB256AB}"/>
          </ac:spMkLst>
        </pc:spChg>
        <pc:spChg chg="add del">
          <ac:chgData name="kinjal patil" userId="f93543b737bedd6c" providerId="LiveId" clId="{7B03FAE9-AC46-4EB0-9FA6-DDF004D4E8FE}" dt="2026-02-20T04:21:39.465" v="52" actId="26606"/>
          <ac:spMkLst>
            <pc:docMk/>
            <pc:sldMk cId="530419928" sldId="269"/>
            <ac:spMk id="22" creationId="{AC8F6C8C-AB5A-4548-942D-E3FD40ACBC49}"/>
          </ac:spMkLst>
        </pc:spChg>
        <pc:spChg chg="add del">
          <ac:chgData name="kinjal patil" userId="f93543b737bedd6c" providerId="LiveId" clId="{7B03FAE9-AC46-4EB0-9FA6-DDF004D4E8FE}" dt="2026-02-20T04:22:42.118" v="57" actId="26606"/>
          <ac:spMkLst>
            <pc:docMk/>
            <pc:sldMk cId="530419928" sldId="269"/>
            <ac:spMk id="27" creationId="{5AA03EDC-7067-4DFF-B672-541D016AAAB8}"/>
          </ac:spMkLst>
        </pc:spChg>
        <pc:spChg chg="add del">
          <ac:chgData name="kinjal patil" userId="f93543b737bedd6c" providerId="LiveId" clId="{7B03FAE9-AC46-4EB0-9FA6-DDF004D4E8FE}" dt="2026-02-20T04:22:42.118" v="57" actId="26606"/>
          <ac:spMkLst>
            <pc:docMk/>
            <pc:sldMk cId="530419928" sldId="269"/>
            <ac:spMk id="29" creationId="{0EBF3E39-B0BE-496A-8604-9007470FFA3A}"/>
          </ac:spMkLst>
        </pc:spChg>
        <pc:spChg chg="add">
          <ac:chgData name="kinjal patil" userId="f93543b737bedd6c" providerId="LiveId" clId="{7B03FAE9-AC46-4EB0-9FA6-DDF004D4E8FE}" dt="2026-02-20T04:22:42.118" v="57" actId="26606"/>
          <ac:spMkLst>
            <pc:docMk/>
            <pc:sldMk cId="530419928" sldId="269"/>
            <ac:spMk id="34" creationId="{1B15ED52-F352-441B-82BF-E0EA34836D08}"/>
          </ac:spMkLst>
        </pc:spChg>
        <pc:spChg chg="add">
          <ac:chgData name="kinjal patil" userId="f93543b737bedd6c" providerId="LiveId" clId="{7B03FAE9-AC46-4EB0-9FA6-DDF004D4E8FE}" dt="2026-02-20T04:22:42.118" v="57" actId="26606"/>
          <ac:spMkLst>
            <pc:docMk/>
            <pc:sldMk cId="530419928" sldId="269"/>
            <ac:spMk id="36" creationId="{3B2E3793-BFE6-45A2-9B7B-E18844431C99}"/>
          </ac:spMkLst>
        </pc:spChg>
        <pc:spChg chg="add">
          <ac:chgData name="kinjal patil" userId="f93543b737bedd6c" providerId="LiveId" clId="{7B03FAE9-AC46-4EB0-9FA6-DDF004D4E8FE}" dt="2026-02-20T04:22:42.118" v="57" actId="26606"/>
          <ac:spMkLst>
            <pc:docMk/>
            <pc:sldMk cId="530419928" sldId="269"/>
            <ac:spMk id="38" creationId="{BC4C4868-CB8F-4AF9-9CDB-8108F2C19B67}"/>
          </ac:spMkLst>
        </pc:spChg>
        <pc:spChg chg="add">
          <ac:chgData name="kinjal patil" userId="f93543b737bedd6c" providerId="LiveId" clId="{7B03FAE9-AC46-4EB0-9FA6-DDF004D4E8FE}" dt="2026-02-20T04:22:42.118" v="57" actId="26606"/>
          <ac:spMkLst>
            <pc:docMk/>
            <pc:sldMk cId="530419928" sldId="269"/>
            <ac:spMk id="40" creationId="{375E0459-6403-40CD-989D-56A4407CA12E}"/>
          </ac:spMkLst>
        </pc:spChg>
        <pc:spChg chg="add">
          <ac:chgData name="kinjal patil" userId="f93543b737bedd6c" providerId="LiveId" clId="{7B03FAE9-AC46-4EB0-9FA6-DDF004D4E8FE}" dt="2026-02-20T04:22:42.118" v="57" actId="26606"/>
          <ac:spMkLst>
            <pc:docMk/>
            <pc:sldMk cId="530419928" sldId="269"/>
            <ac:spMk id="42" creationId="{53E5B1A8-3AC9-4BD1-9BBC-78CA94F2D1BA}"/>
          </ac:spMkLst>
        </pc:spChg>
        <pc:picChg chg="add mod ord">
          <ac:chgData name="kinjal patil" userId="f93543b737bedd6c" providerId="LiveId" clId="{7B03FAE9-AC46-4EB0-9FA6-DDF004D4E8FE}" dt="2026-02-20T04:22:42.118" v="57" actId="26606"/>
          <ac:picMkLst>
            <pc:docMk/>
            <pc:sldMk cId="530419928" sldId="269"/>
            <ac:picMk id="6" creationId="{54177E2C-9BE4-D137-B610-003D020CBBD3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530419928" sldId="269"/>
            <ac:picMk id="10" creationId="{11332D53-A209-42AC-6698-98137708AA97}"/>
          </ac:picMkLst>
        </pc:picChg>
      </pc:sldChg>
      <pc:sldChg chg="addSp delSp modSp new mod modTransition setBg modAnim">
        <pc:chgData name="kinjal patil" userId="f93543b737bedd6c" providerId="LiveId" clId="{7B03FAE9-AC46-4EB0-9FA6-DDF004D4E8FE}" dt="2026-02-21T01:19:57.591" v="321"/>
        <pc:sldMkLst>
          <pc:docMk/>
          <pc:sldMk cId="732137876" sldId="270"/>
        </pc:sldMkLst>
        <pc:spChg chg="mod">
          <ac:chgData name="kinjal patil" userId="f93543b737bedd6c" providerId="LiveId" clId="{7B03FAE9-AC46-4EB0-9FA6-DDF004D4E8FE}" dt="2026-02-20T04:26:43.728" v="69" actId="26606"/>
          <ac:spMkLst>
            <pc:docMk/>
            <pc:sldMk cId="732137876" sldId="270"/>
            <ac:spMk id="2" creationId="{F2018F0B-F83A-612D-11E6-592F634ADECE}"/>
          </ac:spMkLst>
        </pc:spChg>
        <pc:spChg chg="mod ord">
          <ac:chgData name="kinjal patil" userId="f93543b737bedd6c" providerId="LiveId" clId="{7B03FAE9-AC46-4EB0-9FA6-DDF004D4E8FE}" dt="2026-02-20T04:27:43.708" v="86" actId="5793"/>
          <ac:spMkLst>
            <pc:docMk/>
            <pc:sldMk cId="732137876" sldId="270"/>
            <ac:spMk id="3" creationId="{CA369233-DDE8-DC90-3B10-35BF20EA367D}"/>
          </ac:spMkLst>
        </pc:spChg>
        <pc:spChg chg="del mod">
          <ac:chgData name="kinjal patil" userId="f93543b737bedd6c" providerId="LiveId" clId="{7B03FAE9-AC46-4EB0-9FA6-DDF004D4E8FE}" dt="2026-02-20T04:26:40.400" v="68" actId="931"/>
          <ac:spMkLst>
            <pc:docMk/>
            <pc:sldMk cId="732137876" sldId="270"/>
            <ac:spMk id="4" creationId="{0EB45A2C-F012-A318-89F1-E0F34BCE0378}"/>
          </ac:spMkLst>
        </pc:spChg>
        <pc:spChg chg="add">
          <ac:chgData name="kinjal patil" userId="f93543b737bedd6c" providerId="LiveId" clId="{7B03FAE9-AC46-4EB0-9FA6-DDF004D4E8FE}" dt="2026-02-20T04:26:43.728" v="69" actId="26606"/>
          <ac:spMkLst>
            <pc:docMk/>
            <pc:sldMk cId="732137876" sldId="270"/>
            <ac:spMk id="11" creationId="{1B15ED52-F352-441B-82BF-E0EA34836D08}"/>
          </ac:spMkLst>
        </pc:spChg>
        <pc:spChg chg="add">
          <ac:chgData name="kinjal patil" userId="f93543b737bedd6c" providerId="LiveId" clId="{7B03FAE9-AC46-4EB0-9FA6-DDF004D4E8FE}" dt="2026-02-20T04:26:43.728" v="69" actId="26606"/>
          <ac:spMkLst>
            <pc:docMk/>
            <pc:sldMk cId="732137876" sldId="270"/>
            <ac:spMk id="13" creationId="{3B2E3793-BFE6-45A2-9B7B-E18844431C99}"/>
          </ac:spMkLst>
        </pc:spChg>
        <pc:spChg chg="add">
          <ac:chgData name="kinjal patil" userId="f93543b737bedd6c" providerId="LiveId" clId="{7B03FAE9-AC46-4EB0-9FA6-DDF004D4E8FE}" dt="2026-02-20T04:26:43.728" v="69" actId="26606"/>
          <ac:spMkLst>
            <pc:docMk/>
            <pc:sldMk cId="732137876" sldId="270"/>
            <ac:spMk id="15" creationId="{BC4C4868-CB8F-4AF9-9CDB-8108F2C19B67}"/>
          </ac:spMkLst>
        </pc:spChg>
        <pc:spChg chg="add">
          <ac:chgData name="kinjal patil" userId="f93543b737bedd6c" providerId="LiveId" clId="{7B03FAE9-AC46-4EB0-9FA6-DDF004D4E8FE}" dt="2026-02-20T04:26:43.728" v="69" actId="26606"/>
          <ac:spMkLst>
            <pc:docMk/>
            <pc:sldMk cId="732137876" sldId="270"/>
            <ac:spMk id="17" creationId="{375E0459-6403-40CD-989D-56A4407CA12E}"/>
          </ac:spMkLst>
        </pc:spChg>
        <pc:spChg chg="add">
          <ac:chgData name="kinjal patil" userId="f93543b737bedd6c" providerId="LiveId" clId="{7B03FAE9-AC46-4EB0-9FA6-DDF004D4E8FE}" dt="2026-02-20T04:26:43.728" v="69" actId="26606"/>
          <ac:spMkLst>
            <pc:docMk/>
            <pc:sldMk cId="732137876" sldId="270"/>
            <ac:spMk id="19" creationId="{53E5B1A8-3AC9-4BD1-9BBC-78CA94F2D1BA}"/>
          </ac:spMkLst>
        </pc:spChg>
        <pc:picChg chg="add mod ord">
          <ac:chgData name="kinjal patil" userId="f93543b737bedd6c" providerId="LiveId" clId="{7B03FAE9-AC46-4EB0-9FA6-DDF004D4E8FE}" dt="2026-02-20T04:26:43.728" v="69" actId="26606"/>
          <ac:picMkLst>
            <pc:docMk/>
            <pc:sldMk cId="732137876" sldId="270"/>
            <ac:picMk id="6" creationId="{5EEE5FCC-DAB0-1458-C790-7E3E91E991B4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732137876" sldId="270"/>
            <ac:picMk id="7" creationId="{A3FB2755-65B9-6E4F-E3C7-6D36A7A36C0A}"/>
          </ac:picMkLst>
        </pc:picChg>
      </pc:sldChg>
      <pc:sldChg chg="addSp delSp modSp new mod modTransition setBg modAnim">
        <pc:chgData name="kinjal patil" userId="f93543b737bedd6c" providerId="LiveId" clId="{7B03FAE9-AC46-4EB0-9FA6-DDF004D4E8FE}" dt="2026-02-21T01:19:57.591" v="321"/>
        <pc:sldMkLst>
          <pc:docMk/>
          <pc:sldMk cId="1891345157" sldId="271"/>
        </pc:sldMkLst>
        <pc:spChg chg="mod">
          <ac:chgData name="kinjal patil" userId="f93543b737bedd6c" providerId="LiveId" clId="{7B03FAE9-AC46-4EB0-9FA6-DDF004D4E8FE}" dt="2026-02-20T04:29:50.065" v="95" actId="26606"/>
          <ac:spMkLst>
            <pc:docMk/>
            <pc:sldMk cId="1891345157" sldId="271"/>
            <ac:spMk id="2" creationId="{D4986D96-6FC5-D82D-A10B-7C6738F60B51}"/>
          </ac:spMkLst>
        </pc:spChg>
        <pc:spChg chg="mod ord">
          <ac:chgData name="kinjal patil" userId="f93543b737bedd6c" providerId="LiveId" clId="{7B03FAE9-AC46-4EB0-9FA6-DDF004D4E8FE}" dt="2026-02-20T04:30:48.952" v="125" actId="20577"/>
          <ac:spMkLst>
            <pc:docMk/>
            <pc:sldMk cId="1891345157" sldId="271"/>
            <ac:spMk id="3" creationId="{540C70C2-BEF9-3662-CE92-177292D900E9}"/>
          </ac:spMkLst>
        </pc:spChg>
        <pc:spChg chg="del mod">
          <ac:chgData name="kinjal patil" userId="f93543b737bedd6c" providerId="LiveId" clId="{7B03FAE9-AC46-4EB0-9FA6-DDF004D4E8FE}" dt="2026-02-20T04:29:46.294" v="94" actId="931"/>
          <ac:spMkLst>
            <pc:docMk/>
            <pc:sldMk cId="1891345157" sldId="271"/>
            <ac:spMk id="4" creationId="{89CC9F07-3D31-128E-477A-0831DC6EB254}"/>
          </ac:spMkLst>
        </pc:spChg>
        <pc:spChg chg="add">
          <ac:chgData name="kinjal patil" userId="f93543b737bedd6c" providerId="LiveId" clId="{7B03FAE9-AC46-4EB0-9FA6-DDF004D4E8FE}" dt="2026-02-20T04:29:50.065" v="95" actId="26606"/>
          <ac:spMkLst>
            <pc:docMk/>
            <pc:sldMk cId="1891345157" sldId="271"/>
            <ac:spMk id="11" creationId="{1B15ED52-F352-441B-82BF-E0EA34836D08}"/>
          </ac:spMkLst>
        </pc:spChg>
        <pc:spChg chg="add">
          <ac:chgData name="kinjal patil" userId="f93543b737bedd6c" providerId="LiveId" clId="{7B03FAE9-AC46-4EB0-9FA6-DDF004D4E8FE}" dt="2026-02-20T04:29:50.065" v="95" actId="26606"/>
          <ac:spMkLst>
            <pc:docMk/>
            <pc:sldMk cId="1891345157" sldId="271"/>
            <ac:spMk id="13" creationId="{3B2E3793-BFE6-45A2-9B7B-E18844431C99}"/>
          </ac:spMkLst>
        </pc:spChg>
        <pc:spChg chg="add">
          <ac:chgData name="kinjal patil" userId="f93543b737bedd6c" providerId="LiveId" clId="{7B03FAE9-AC46-4EB0-9FA6-DDF004D4E8FE}" dt="2026-02-20T04:29:50.065" v="95" actId="26606"/>
          <ac:spMkLst>
            <pc:docMk/>
            <pc:sldMk cId="1891345157" sldId="271"/>
            <ac:spMk id="15" creationId="{BC4C4868-CB8F-4AF9-9CDB-8108F2C19B67}"/>
          </ac:spMkLst>
        </pc:spChg>
        <pc:spChg chg="add">
          <ac:chgData name="kinjal patil" userId="f93543b737bedd6c" providerId="LiveId" clId="{7B03FAE9-AC46-4EB0-9FA6-DDF004D4E8FE}" dt="2026-02-20T04:29:50.065" v="95" actId="26606"/>
          <ac:spMkLst>
            <pc:docMk/>
            <pc:sldMk cId="1891345157" sldId="271"/>
            <ac:spMk id="17" creationId="{375E0459-6403-40CD-989D-56A4407CA12E}"/>
          </ac:spMkLst>
        </pc:spChg>
        <pc:spChg chg="add">
          <ac:chgData name="kinjal patil" userId="f93543b737bedd6c" providerId="LiveId" clId="{7B03FAE9-AC46-4EB0-9FA6-DDF004D4E8FE}" dt="2026-02-20T04:29:50.065" v="95" actId="26606"/>
          <ac:spMkLst>
            <pc:docMk/>
            <pc:sldMk cId="1891345157" sldId="271"/>
            <ac:spMk id="19" creationId="{53E5B1A8-3AC9-4BD1-9BBC-78CA94F2D1BA}"/>
          </ac:spMkLst>
        </pc:spChg>
        <pc:picChg chg="add mod ord">
          <ac:chgData name="kinjal patil" userId="f93543b737bedd6c" providerId="LiveId" clId="{7B03FAE9-AC46-4EB0-9FA6-DDF004D4E8FE}" dt="2026-02-20T04:29:50.065" v="95" actId="26606"/>
          <ac:picMkLst>
            <pc:docMk/>
            <pc:sldMk cId="1891345157" sldId="271"/>
            <ac:picMk id="6" creationId="{D7455F65-B653-72B9-A3C6-1EC19614F8D8}"/>
          </ac:picMkLst>
        </pc:picChg>
        <pc:picChg chg="add del mod">
          <ac:chgData name="kinjal patil" userId="f93543b737bedd6c" providerId="LiveId" clId="{7B03FAE9-AC46-4EB0-9FA6-DDF004D4E8FE}" dt="2026-02-21T00:47:50.197" v="307"/>
          <ac:picMkLst>
            <pc:docMk/>
            <pc:sldMk cId="1891345157" sldId="271"/>
            <ac:picMk id="7" creationId="{C88C532A-CA09-A703-94D0-6770B0C90A6A}"/>
          </ac:picMkLst>
        </pc:picChg>
        <pc:picChg chg="add del mod">
          <ac:chgData name="kinjal patil" userId="f93543b737bedd6c" providerId="LiveId" clId="{7B03FAE9-AC46-4EB0-9FA6-DDF004D4E8FE}" dt="2026-02-21T01:19:57.591" v="321"/>
          <ac:picMkLst>
            <pc:docMk/>
            <pc:sldMk cId="1891345157" sldId="271"/>
            <ac:picMk id="22" creationId="{651FE931-9F14-9A06-8B44-567335B771B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8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6.png"/><Relationship Id="rId7" Type="http://schemas.openxmlformats.org/officeDocument/2006/relationships/image" Target="../media/image29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6.png"/><Relationship Id="rId7" Type="http://schemas.openxmlformats.org/officeDocument/2006/relationships/image" Target="../media/image3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8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6.png"/><Relationship Id="rId7" Type="http://schemas.openxmlformats.org/officeDocument/2006/relationships/image" Target="../media/image29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6.png"/><Relationship Id="rId7" Type="http://schemas.openxmlformats.org/officeDocument/2006/relationships/image" Target="../media/image3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105DDF-285D-4090-AA68-86BEA16178C6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5E552D-20FE-4227-8235-7902BB674C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Electricity demand varies hourly, daily, and seasonally in NYISO markets.</a:t>
          </a:r>
        </a:p>
      </dgm:t>
    </dgm:pt>
    <dgm:pt modelId="{8B4F6F3D-7C59-4A7B-805C-1ED2942AA563}" type="parTrans" cxnId="{1DE1130D-CDDC-4B6B-AC67-ECAB4DAEF7E8}">
      <dgm:prSet/>
      <dgm:spPr/>
      <dgm:t>
        <a:bodyPr/>
        <a:lstStyle/>
        <a:p>
          <a:endParaRPr lang="en-US"/>
        </a:p>
      </dgm:t>
    </dgm:pt>
    <dgm:pt modelId="{29AD50D7-96C6-4E6D-9134-1E0C0CAC3E1A}" type="sibTrans" cxnId="{1DE1130D-CDDC-4B6B-AC67-ECAB4DAEF7E8}">
      <dgm:prSet/>
      <dgm:spPr/>
      <dgm:t>
        <a:bodyPr/>
        <a:lstStyle/>
        <a:p>
          <a:endParaRPr lang="en-US"/>
        </a:p>
      </dgm:t>
    </dgm:pt>
    <dgm:pt modelId="{8A1EE0A6-F7A3-426D-9D7D-76A1A5AC49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Peak demand periods increase operational stress, generation costs, and grid risk.</a:t>
          </a:r>
          <a:endParaRPr lang="en-US" dirty="0"/>
        </a:p>
      </dgm:t>
    </dgm:pt>
    <dgm:pt modelId="{2E09AD0A-B408-412B-849D-E38882681969}" type="parTrans" cxnId="{E3F8B714-6A8E-4B56-A542-BCBBD4ABBF49}">
      <dgm:prSet/>
      <dgm:spPr/>
      <dgm:t>
        <a:bodyPr/>
        <a:lstStyle/>
        <a:p>
          <a:endParaRPr lang="en-US"/>
        </a:p>
      </dgm:t>
    </dgm:pt>
    <dgm:pt modelId="{4AE2572F-01E1-4DCC-801C-C0EED06F9BBF}" type="sibTrans" cxnId="{E3F8B714-6A8E-4B56-A542-BCBBD4ABBF49}">
      <dgm:prSet/>
      <dgm:spPr/>
      <dgm:t>
        <a:bodyPr/>
        <a:lstStyle/>
        <a:p>
          <a:endParaRPr lang="en-US"/>
        </a:p>
      </dgm:t>
    </dgm:pt>
    <dgm:pt modelId="{797E7B82-43D0-420F-9B27-815326F68D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Utilities must maintain real-time supply–demand balance to ensure grid stability.</a:t>
          </a:r>
          <a:endParaRPr lang="en-US" b="0" dirty="0"/>
        </a:p>
      </dgm:t>
    </dgm:pt>
    <dgm:pt modelId="{62F3EBED-99FA-4B92-9969-4FE6F84E2028}" type="parTrans" cxnId="{8AF3859A-0021-486C-AED0-737232C3B015}">
      <dgm:prSet/>
      <dgm:spPr/>
      <dgm:t>
        <a:bodyPr/>
        <a:lstStyle/>
        <a:p>
          <a:endParaRPr lang="en-US"/>
        </a:p>
      </dgm:t>
    </dgm:pt>
    <dgm:pt modelId="{379E6AEB-3BE7-494E-8881-437860AD8B50}" type="sibTrans" cxnId="{8AF3859A-0021-486C-AED0-737232C3B015}">
      <dgm:prSet/>
      <dgm:spPr/>
      <dgm:t>
        <a:bodyPr/>
        <a:lstStyle/>
        <a:p>
          <a:endParaRPr lang="en-US"/>
        </a:p>
      </dgm:t>
    </dgm:pt>
    <dgm:pt modelId="{7D10F1E4-97AD-451C-9871-2B33CD0A47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Goal: Develop ARIMA forecasting and simulate Demand Response impact on peak demand reduction..</a:t>
          </a:r>
          <a:endParaRPr lang="en-US" dirty="0"/>
        </a:p>
      </dgm:t>
    </dgm:pt>
    <dgm:pt modelId="{D3C5548F-2493-47C7-9F05-EA88FC09F10D}" type="parTrans" cxnId="{8F7CEBD8-380D-4B2D-B931-966A97D44241}">
      <dgm:prSet/>
      <dgm:spPr/>
      <dgm:t>
        <a:bodyPr/>
        <a:lstStyle/>
        <a:p>
          <a:endParaRPr lang="en-US"/>
        </a:p>
      </dgm:t>
    </dgm:pt>
    <dgm:pt modelId="{79E79EC9-C6E2-4EE7-A568-63D60B685399}" type="sibTrans" cxnId="{8F7CEBD8-380D-4B2D-B931-966A97D44241}">
      <dgm:prSet/>
      <dgm:spPr/>
      <dgm:t>
        <a:bodyPr/>
        <a:lstStyle/>
        <a:p>
          <a:endParaRPr lang="en-US"/>
        </a:p>
      </dgm:t>
    </dgm:pt>
    <dgm:pt modelId="{62CAF42E-0B15-4DDF-8651-F79DBA3EE182}" type="pres">
      <dgm:prSet presAssocID="{4C105DDF-285D-4090-AA68-86BEA16178C6}" presName="root" presStyleCnt="0">
        <dgm:presLayoutVars>
          <dgm:dir/>
          <dgm:resizeHandles val="exact"/>
        </dgm:presLayoutVars>
      </dgm:prSet>
      <dgm:spPr/>
    </dgm:pt>
    <dgm:pt modelId="{8366A2F7-759E-4224-8933-D026333A98EE}" type="pres">
      <dgm:prSet presAssocID="{805E552D-20FE-4227-8235-7902BB674CE3}" presName="compNode" presStyleCnt="0"/>
      <dgm:spPr/>
    </dgm:pt>
    <dgm:pt modelId="{19E10F8E-C279-4756-B28E-18C539AED439}" type="pres">
      <dgm:prSet presAssocID="{805E552D-20FE-4227-8235-7902BB674CE3}" presName="bgRect" presStyleLbl="bgShp" presStyleIdx="0" presStyleCnt="4"/>
      <dgm:spPr/>
    </dgm:pt>
    <dgm:pt modelId="{DDFB871F-0FB9-426B-80D5-DF86DB6A4FF9}" type="pres">
      <dgm:prSet presAssocID="{805E552D-20FE-4227-8235-7902BB674C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3B90FA5F-45A8-47EB-81BD-FE4A6658DC17}" type="pres">
      <dgm:prSet presAssocID="{805E552D-20FE-4227-8235-7902BB674CE3}" presName="spaceRect" presStyleCnt="0"/>
      <dgm:spPr/>
    </dgm:pt>
    <dgm:pt modelId="{2E90F2FF-7970-4651-830F-B5CC380C13E0}" type="pres">
      <dgm:prSet presAssocID="{805E552D-20FE-4227-8235-7902BB674CE3}" presName="parTx" presStyleLbl="revTx" presStyleIdx="0" presStyleCnt="4">
        <dgm:presLayoutVars>
          <dgm:chMax val="0"/>
          <dgm:chPref val="0"/>
        </dgm:presLayoutVars>
      </dgm:prSet>
      <dgm:spPr/>
    </dgm:pt>
    <dgm:pt modelId="{F0182C30-A2F9-4800-BA08-04423F813F96}" type="pres">
      <dgm:prSet presAssocID="{29AD50D7-96C6-4E6D-9134-1E0C0CAC3E1A}" presName="sibTrans" presStyleCnt="0"/>
      <dgm:spPr/>
    </dgm:pt>
    <dgm:pt modelId="{A22F62FD-1A09-46D0-977C-B7D8782BC363}" type="pres">
      <dgm:prSet presAssocID="{8A1EE0A6-F7A3-426D-9D7D-76A1A5AC49FD}" presName="compNode" presStyleCnt="0"/>
      <dgm:spPr/>
    </dgm:pt>
    <dgm:pt modelId="{D05251B5-8F82-4E50-96FF-136622D9A3C7}" type="pres">
      <dgm:prSet presAssocID="{8A1EE0A6-F7A3-426D-9D7D-76A1A5AC49FD}" presName="bgRect" presStyleLbl="bgShp" presStyleIdx="1" presStyleCnt="4"/>
      <dgm:spPr/>
    </dgm:pt>
    <dgm:pt modelId="{80ED8D64-561A-425D-9C18-3050406C2F45}" type="pres">
      <dgm:prSet presAssocID="{8A1EE0A6-F7A3-426D-9D7D-76A1A5AC49F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F6FDB2E1-A735-483B-9211-08EE68B4C572}" type="pres">
      <dgm:prSet presAssocID="{8A1EE0A6-F7A3-426D-9D7D-76A1A5AC49FD}" presName="spaceRect" presStyleCnt="0"/>
      <dgm:spPr/>
    </dgm:pt>
    <dgm:pt modelId="{A8FE2CFC-C8CA-4EDE-AA8C-9E3A8B4AE8E0}" type="pres">
      <dgm:prSet presAssocID="{8A1EE0A6-F7A3-426D-9D7D-76A1A5AC49FD}" presName="parTx" presStyleLbl="revTx" presStyleIdx="1" presStyleCnt="4">
        <dgm:presLayoutVars>
          <dgm:chMax val="0"/>
          <dgm:chPref val="0"/>
        </dgm:presLayoutVars>
      </dgm:prSet>
      <dgm:spPr/>
    </dgm:pt>
    <dgm:pt modelId="{C5B1244B-E031-42B9-91ED-5C83A5F0D137}" type="pres">
      <dgm:prSet presAssocID="{4AE2572F-01E1-4DCC-801C-C0EED06F9BBF}" presName="sibTrans" presStyleCnt="0"/>
      <dgm:spPr/>
    </dgm:pt>
    <dgm:pt modelId="{4C10BFE7-3134-4A25-8645-006AC1FB69B0}" type="pres">
      <dgm:prSet presAssocID="{797E7B82-43D0-420F-9B27-815326F68D15}" presName="compNode" presStyleCnt="0"/>
      <dgm:spPr/>
    </dgm:pt>
    <dgm:pt modelId="{E0A8EB11-4C81-45D7-8FC0-73A233B92A78}" type="pres">
      <dgm:prSet presAssocID="{797E7B82-43D0-420F-9B27-815326F68D15}" presName="bgRect" presStyleLbl="bgShp" presStyleIdx="2" presStyleCnt="4"/>
      <dgm:spPr/>
    </dgm:pt>
    <dgm:pt modelId="{78D674AA-9306-42BF-9574-AFD0E5FD2318}" type="pres">
      <dgm:prSet presAssocID="{797E7B82-43D0-420F-9B27-815326F68D1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BCFDD8B2-BAD3-46A4-8D53-284EECED048F}" type="pres">
      <dgm:prSet presAssocID="{797E7B82-43D0-420F-9B27-815326F68D15}" presName="spaceRect" presStyleCnt="0"/>
      <dgm:spPr/>
    </dgm:pt>
    <dgm:pt modelId="{7F5B52E6-5930-4AF0-9F63-CF342E2919A7}" type="pres">
      <dgm:prSet presAssocID="{797E7B82-43D0-420F-9B27-815326F68D15}" presName="parTx" presStyleLbl="revTx" presStyleIdx="2" presStyleCnt="4">
        <dgm:presLayoutVars>
          <dgm:chMax val="0"/>
          <dgm:chPref val="0"/>
        </dgm:presLayoutVars>
      </dgm:prSet>
      <dgm:spPr/>
    </dgm:pt>
    <dgm:pt modelId="{11B0D7CC-07C6-46FB-8183-CE34FD38D19A}" type="pres">
      <dgm:prSet presAssocID="{379E6AEB-3BE7-494E-8881-437860AD8B50}" presName="sibTrans" presStyleCnt="0"/>
      <dgm:spPr/>
    </dgm:pt>
    <dgm:pt modelId="{9E7A4C4A-74D2-4058-AFD7-664BA90E3350}" type="pres">
      <dgm:prSet presAssocID="{7D10F1E4-97AD-451C-9871-2B33CD0A47A1}" presName="compNode" presStyleCnt="0"/>
      <dgm:spPr/>
    </dgm:pt>
    <dgm:pt modelId="{796C7956-041E-4750-B7C1-410E91249BD1}" type="pres">
      <dgm:prSet presAssocID="{7D10F1E4-97AD-451C-9871-2B33CD0A47A1}" presName="bgRect" presStyleLbl="bgShp" presStyleIdx="3" presStyleCnt="4" custLinFactNeighborX="-1013" custLinFactNeighborY="-1871"/>
      <dgm:spPr/>
    </dgm:pt>
    <dgm:pt modelId="{9166FEA3-64C2-42FF-8D32-B6610C774A67}" type="pres">
      <dgm:prSet presAssocID="{7D10F1E4-97AD-451C-9871-2B33CD0A47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C6FF98DE-1A80-46DE-AD18-C87A7799D30B}" type="pres">
      <dgm:prSet presAssocID="{7D10F1E4-97AD-451C-9871-2B33CD0A47A1}" presName="spaceRect" presStyleCnt="0"/>
      <dgm:spPr/>
    </dgm:pt>
    <dgm:pt modelId="{A7CE96F4-9ED3-40C4-BD80-4D5F06F6508C}" type="pres">
      <dgm:prSet presAssocID="{7D10F1E4-97AD-451C-9871-2B33CD0A47A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DE1130D-CDDC-4B6B-AC67-ECAB4DAEF7E8}" srcId="{4C105DDF-285D-4090-AA68-86BEA16178C6}" destId="{805E552D-20FE-4227-8235-7902BB674CE3}" srcOrd="0" destOrd="0" parTransId="{8B4F6F3D-7C59-4A7B-805C-1ED2942AA563}" sibTransId="{29AD50D7-96C6-4E6D-9134-1E0C0CAC3E1A}"/>
    <dgm:cxn modelId="{E3F8B714-6A8E-4B56-A542-BCBBD4ABBF49}" srcId="{4C105DDF-285D-4090-AA68-86BEA16178C6}" destId="{8A1EE0A6-F7A3-426D-9D7D-76A1A5AC49FD}" srcOrd="1" destOrd="0" parTransId="{2E09AD0A-B408-412B-849D-E38882681969}" sibTransId="{4AE2572F-01E1-4DCC-801C-C0EED06F9BBF}"/>
    <dgm:cxn modelId="{B297E64A-CE07-4645-B3EB-B660DFB3DB00}" type="presOf" srcId="{4C105DDF-285D-4090-AA68-86BEA16178C6}" destId="{62CAF42E-0B15-4DDF-8651-F79DBA3EE182}" srcOrd="0" destOrd="0" presId="urn:microsoft.com/office/officeart/2018/2/layout/IconVerticalSolidList"/>
    <dgm:cxn modelId="{64A6796D-564D-4705-904F-A3A0363CF2F7}" type="presOf" srcId="{797E7B82-43D0-420F-9B27-815326F68D15}" destId="{7F5B52E6-5930-4AF0-9F63-CF342E2919A7}" srcOrd="0" destOrd="0" presId="urn:microsoft.com/office/officeart/2018/2/layout/IconVerticalSolidList"/>
    <dgm:cxn modelId="{837F357B-CD87-4A93-9C22-F6B71039CF72}" type="presOf" srcId="{7D10F1E4-97AD-451C-9871-2B33CD0A47A1}" destId="{A7CE96F4-9ED3-40C4-BD80-4D5F06F6508C}" srcOrd="0" destOrd="0" presId="urn:microsoft.com/office/officeart/2018/2/layout/IconVerticalSolidList"/>
    <dgm:cxn modelId="{D69EA77C-5AB4-4DAC-9DFF-EF745D5966FB}" type="presOf" srcId="{805E552D-20FE-4227-8235-7902BB674CE3}" destId="{2E90F2FF-7970-4651-830F-B5CC380C13E0}" srcOrd="0" destOrd="0" presId="urn:microsoft.com/office/officeart/2018/2/layout/IconVerticalSolidList"/>
    <dgm:cxn modelId="{8AF3859A-0021-486C-AED0-737232C3B015}" srcId="{4C105DDF-285D-4090-AA68-86BEA16178C6}" destId="{797E7B82-43D0-420F-9B27-815326F68D15}" srcOrd="2" destOrd="0" parTransId="{62F3EBED-99FA-4B92-9969-4FE6F84E2028}" sibTransId="{379E6AEB-3BE7-494E-8881-437860AD8B50}"/>
    <dgm:cxn modelId="{8F7CEBD8-380D-4B2D-B931-966A97D44241}" srcId="{4C105DDF-285D-4090-AA68-86BEA16178C6}" destId="{7D10F1E4-97AD-451C-9871-2B33CD0A47A1}" srcOrd="3" destOrd="0" parTransId="{D3C5548F-2493-47C7-9F05-EA88FC09F10D}" sibTransId="{79E79EC9-C6E2-4EE7-A568-63D60B685399}"/>
    <dgm:cxn modelId="{41924BDF-F4F1-4533-A202-2B5ED6FF7332}" type="presOf" srcId="{8A1EE0A6-F7A3-426D-9D7D-76A1A5AC49FD}" destId="{A8FE2CFC-C8CA-4EDE-AA8C-9E3A8B4AE8E0}" srcOrd="0" destOrd="0" presId="urn:microsoft.com/office/officeart/2018/2/layout/IconVerticalSolidList"/>
    <dgm:cxn modelId="{B55CD71F-CC1A-40A3-B8D1-2D2D748C186C}" type="presParOf" srcId="{62CAF42E-0B15-4DDF-8651-F79DBA3EE182}" destId="{8366A2F7-759E-4224-8933-D026333A98EE}" srcOrd="0" destOrd="0" presId="urn:microsoft.com/office/officeart/2018/2/layout/IconVerticalSolidList"/>
    <dgm:cxn modelId="{D0F413FF-F8FC-4B75-89BB-C009BC573608}" type="presParOf" srcId="{8366A2F7-759E-4224-8933-D026333A98EE}" destId="{19E10F8E-C279-4756-B28E-18C539AED439}" srcOrd="0" destOrd="0" presId="urn:microsoft.com/office/officeart/2018/2/layout/IconVerticalSolidList"/>
    <dgm:cxn modelId="{51915FA5-A19F-490B-84C2-F993B090DD0F}" type="presParOf" srcId="{8366A2F7-759E-4224-8933-D026333A98EE}" destId="{DDFB871F-0FB9-426B-80D5-DF86DB6A4FF9}" srcOrd="1" destOrd="0" presId="urn:microsoft.com/office/officeart/2018/2/layout/IconVerticalSolidList"/>
    <dgm:cxn modelId="{2C4F9777-32DB-4DB8-8509-C9851121DD21}" type="presParOf" srcId="{8366A2F7-759E-4224-8933-D026333A98EE}" destId="{3B90FA5F-45A8-47EB-81BD-FE4A6658DC17}" srcOrd="2" destOrd="0" presId="urn:microsoft.com/office/officeart/2018/2/layout/IconVerticalSolidList"/>
    <dgm:cxn modelId="{7DC0E10B-DE69-41A2-BD83-A55C724CE2BC}" type="presParOf" srcId="{8366A2F7-759E-4224-8933-D026333A98EE}" destId="{2E90F2FF-7970-4651-830F-B5CC380C13E0}" srcOrd="3" destOrd="0" presId="urn:microsoft.com/office/officeart/2018/2/layout/IconVerticalSolidList"/>
    <dgm:cxn modelId="{229CDAAB-B1C8-48A5-BABE-0262161814B3}" type="presParOf" srcId="{62CAF42E-0B15-4DDF-8651-F79DBA3EE182}" destId="{F0182C30-A2F9-4800-BA08-04423F813F96}" srcOrd="1" destOrd="0" presId="urn:microsoft.com/office/officeart/2018/2/layout/IconVerticalSolidList"/>
    <dgm:cxn modelId="{48807375-98BB-4B14-970D-0C8501C7287C}" type="presParOf" srcId="{62CAF42E-0B15-4DDF-8651-F79DBA3EE182}" destId="{A22F62FD-1A09-46D0-977C-B7D8782BC363}" srcOrd="2" destOrd="0" presId="urn:microsoft.com/office/officeart/2018/2/layout/IconVerticalSolidList"/>
    <dgm:cxn modelId="{ED006C64-1627-4520-AD27-A79C3F301F6F}" type="presParOf" srcId="{A22F62FD-1A09-46D0-977C-B7D8782BC363}" destId="{D05251B5-8F82-4E50-96FF-136622D9A3C7}" srcOrd="0" destOrd="0" presId="urn:microsoft.com/office/officeart/2018/2/layout/IconVerticalSolidList"/>
    <dgm:cxn modelId="{088CA704-350A-4D26-9F3E-4714377200F0}" type="presParOf" srcId="{A22F62FD-1A09-46D0-977C-B7D8782BC363}" destId="{80ED8D64-561A-425D-9C18-3050406C2F45}" srcOrd="1" destOrd="0" presId="urn:microsoft.com/office/officeart/2018/2/layout/IconVerticalSolidList"/>
    <dgm:cxn modelId="{142DADF6-4FB5-4258-B815-63403CB814B9}" type="presParOf" srcId="{A22F62FD-1A09-46D0-977C-B7D8782BC363}" destId="{F6FDB2E1-A735-483B-9211-08EE68B4C572}" srcOrd="2" destOrd="0" presId="urn:microsoft.com/office/officeart/2018/2/layout/IconVerticalSolidList"/>
    <dgm:cxn modelId="{1C24227F-E26D-4A1B-A49C-57EEEF52EDDC}" type="presParOf" srcId="{A22F62FD-1A09-46D0-977C-B7D8782BC363}" destId="{A8FE2CFC-C8CA-4EDE-AA8C-9E3A8B4AE8E0}" srcOrd="3" destOrd="0" presId="urn:microsoft.com/office/officeart/2018/2/layout/IconVerticalSolidList"/>
    <dgm:cxn modelId="{AF98E48A-9EE4-4EF5-9FC1-6509A38608AC}" type="presParOf" srcId="{62CAF42E-0B15-4DDF-8651-F79DBA3EE182}" destId="{C5B1244B-E031-42B9-91ED-5C83A5F0D137}" srcOrd="3" destOrd="0" presId="urn:microsoft.com/office/officeart/2018/2/layout/IconVerticalSolidList"/>
    <dgm:cxn modelId="{815D03D6-92A2-4138-A720-E875BCD46978}" type="presParOf" srcId="{62CAF42E-0B15-4DDF-8651-F79DBA3EE182}" destId="{4C10BFE7-3134-4A25-8645-006AC1FB69B0}" srcOrd="4" destOrd="0" presId="urn:microsoft.com/office/officeart/2018/2/layout/IconVerticalSolidList"/>
    <dgm:cxn modelId="{48E7E76D-D61C-450A-8489-C040BF51AB33}" type="presParOf" srcId="{4C10BFE7-3134-4A25-8645-006AC1FB69B0}" destId="{E0A8EB11-4C81-45D7-8FC0-73A233B92A78}" srcOrd="0" destOrd="0" presId="urn:microsoft.com/office/officeart/2018/2/layout/IconVerticalSolidList"/>
    <dgm:cxn modelId="{F33F234C-300B-493C-AE64-0E7D0C95E88D}" type="presParOf" srcId="{4C10BFE7-3134-4A25-8645-006AC1FB69B0}" destId="{78D674AA-9306-42BF-9574-AFD0E5FD2318}" srcOrd="1" destOrd="0" presId="urn:microsoft.com/office/officeart/2018/2/layout/IconVerticalSolidList"/>
    <dgm:cxn modelId="{BE047895-C471-428B-81EB-10956063EF08}" type="presParOf" srcId="{4C10BFE7-3134-4A25-8645-006AC1FB69B0}" destId="{BCFDD8B2-BAD3-46A4-8D53-284EECED048F}" srcOrd="2" destOrd="0" presId="urn:microsoft.com/office/officeart/2018/2/layout/IconVerticalSolidList"/>
    <dgm:cxn modelId="{7FEF6089-AC2B-423C-96BB-D4532A33D7F8}" type="presParOf" srcId="{4C10BFE7-3134-4A25-8645-006AC1FB69B0}" destId="{7F5B52E6-5930-4AF0-9F63-CF342E2919A7}" srcOrd="3" destOrd="0" presId="urn:microsoft.com/office/officeart/2018/2/layout/IconVerticalSolidList"/>
    <dgm:cxn modelId="{57FE9904-7539-4D76-AB54-8594FB2B33D2}" type="presParOf" srcId="{62CAF42E-0B15-4DDF-8651-F79DBA3EE182}" destId="{11B0D7CC-07C6-46FB-8183-CE34FD38D19A}" srcOrd="5" destOrd="0" presId="urn:microsoft.com/office/officeart/2018/2/layout/IconVerticalSolidList"/>
    <dgm:cxn modelId="{6F993E7E-0C5A-4274-B03F-9B28F5D0D4F0}" type="presParOf" srcId="{62CAF42E-0B15-4DDF-8651-F79DBA3EE182}" destId="{9E7A4C4A-74D2-4058-AFD7-664BA90E3350}" srcOrd="6" destOrd="0" presId="urn:microsoft.com/office/officeart/2018/2/layout/IconVerticalSolidList"/>
    <dgm:cxn modelId="{73358C45-4E0E-4A85-ADC1-8F9965FF1D17}" type="presParOf" srcId="{9E7A4C4A-74D2-4058-AFD7-664BA90E3350}" destId="{796C7956-041E-4750-B7C1-410E91249BD1}" srcOrd="0" destOrd="0" presId="urn:microsoft.com/office/officeart/2018/2/layout/IconVerticalSolidList"/>
    <dgm:cxn modelId="{EF6324F0-9ADA-41B0-AB52-039F952BFA39}" type="presParOf" srcId="{9E7A4C4A-74D2-4058-AFD7-664BA90E3350}" destId="{9166FEA3-64C2-42FF-8D32-B6610C774A67}" srcOrd="1" destOrd="0" presId="urn:microsoft.com/office/officeart/2018/2/layout/IconVerticalSolidList"/>
    <dgm:cxn modelId="{57F227F3-4EEE-47FF-BC54-CAE459AC2745}" type="presParOf" srcId="{9E7A4C4A-74D2-4058-AFD7-664BA90E3350}" destId="{C6FF98DE-1A80-46DE-AD18-C87A7799D30B}" srcOrd="2" destOrd="0" presId="urn:microsoft.com/office/officeart/2018/2/layout/IconVerticalSolidList"/>
    <dgm:cxn modelId="{05CADA5A-E96F-4959-BE1D-6A6603D999F9}" type="presParOf" srcId="{9E7A4C4A-74D2-4058-AFD7-664BA90E3350}" destId="{A7CE96F4-9ED3-40C4-BD80-4D5F06F650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7EFCFD-ADE3-4662-82F6-4D832E55A6B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F85558F-307D-410B-B498-41165FD1CE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</a:t>
          </a:r>
        </a:p>
      </dgm:t>
    </dgm:pt>
    <dgm:pt modelId="{CEDA6CB6-0ECB-41F0-BA24-9BD5F19AD39D}" type="parTrans" cxnId="{0713316A-DD33-4D7B-8B6E-C11993B4FDD8}">
      <dgm:prSet/>
      <dgm:spPr/>
      <dgm:t>
        <a:bodyPr/>
        <a:lstStyle/>
        <a:p>
          <a:endParaRPr lang="en-US"/>
        </a:p>
      </dgm:t>
    </dgm:pt>
    <dgm:pt modelId="{B8F94A8F-DF92-4024-8C3C-7C0E69A0A8C4}" type="sibTrans" cxnId="{0713316A-DD33-4D7B-8B6E-C11993B4FDD8}">
      <dgm:prSet/>
      <dgm:spPr/>
      <dgm:t>
        <a:bodyPr/>
        <a:lstStyle/>
        <a:p>
          <a:endParaRPr lang="en-US"/>
        </a:p>
      </dgm:t>
    </dgm:pt>
    <dgm:pt modelId="{512BA009-F64F-4F09-A347-3C4F045721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 historical NYISO hourly electricity demand data.</a:t>
          </a:r>
          <a:endParaRPr lang="en-US" dirty="0"/>
        </a:p>
      </dgm:t>
    </dgm:pt>
    <dgm:pt modelId="{DD94FA0C-3DE7-4B77-AF94-5BD9E1054199}" type="parTrans" cxnId="{86A46F8D-E085-42FB-AA3B-7736DFAF49D7}">
      <dgm:prSet/>
      <dgm:spPr/>
      <dgm:t>
        <a:bodyPr/>
        <a:lstStyle/>
        <a:p>
          <a:endParaRPr lang="en-US"/>
        </a:p>
      </dgm:t>
    </dgm:pt>
    <dgm:pt modelId="{CF2D5B0E-A2E1-434F-8922-66FB45A1A92F}" type="sibTrans" cxnId="{86A46F8D-E085-42FB-AA3B-7736DFAF49D7}">
      <dgm:prSet/>
      <dgm:spPr/>
      <dgm:t>
        <a:bodyPr/>
        <a:lstStyle/>
        <a:p>
          <a:endParaRPr lang="en-US"/>
        </a:p>
      </dgm:t>
    </dgm:pt>
    <dgm:pt modelId="{09B329D9-1086-4BC2-A5D1-BA9C03549E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</a:t>
          </a:r>
        </a:p>
      </dgm:t>
    </dgm:pt>
    <dgm:pt modelId="{1B28291C-79A5-4C4E-AF08-DB2F635D88CB}" type="parTrans" cxnId="{EB50AB7A-5FE9-48E9-B14E-C4B468966241}">
      <dgm:prSet/>
      <dgm:spPr/>
      <dgm:t>
        <a:bodyPr/>
        <a:lstStyle/>
        <a:p>
          <a:endParaRPr lang="en-US"/>
        </a:p>
      </dgm:t>
    </dgm:pt>
    <dgm:pt modelId="{0C9B49BA-FB28-4B5E-A1D5-8A7ECC220333}" type="sibTrans" cxnId="{EB50AB7A-5FE9-48E9-B14E-C4B468966241}">
      <dgm:prSet/>
      <dgm:spPr/>
      <dgm:t>
        <a:bodyPr/>
        <a:lstStyle/>
        <a:p>
          <a:endParaRPr lang="en-US"/>
        </a:p>
      </dgm:t>
    </dgm:pt>
    <dgm:pt modelId="{48B1E9F4-276F-4217-BB14-13145A483F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peak vs. off-peak load behavior and demand variability.</a:t>
          </a:r>
          <a:endParaRPr lang="en-US" dirty="0"/>
        </a:p>
      </dgm:t>
    </dgm:pt>
    <dgm:pt modelId="{40588E47-39B4-458E-8A12-243117E2543D}" type="parTrans" cxnId="{7E2D0F8A-019D-49E8-A072-2B33096DC6F4}">
      <dgm:prSet/>
      <dgm:spPr/>
      <dgm:t>
        <a:bodyPr/>
        <a:lstStyle/>
        <a:p>
          <a:endParaRPr lang="en-US"/>
        </a:p>
      </dgm:t>
    </dgm:pt>
    <dgm:pt modelId="{12666F78-FD21-48C4-A013-190AEC9E2476}" type="sibTrans" cxnId="{7E2D0F8A-019D-49E8-A072-2B33096DC6F4}">
      <dgm:prSet/>
      <dgm:spPr/>
      <dgm:t>
        <a:bodyPr/>
        <a:lstStyle/>
        <a:p>
          <a:endParaRPr lang="en-US"/>
        </a:p>
      </dgm:t>
    </dgm:pt>
    <dgm:pt modelId="{57A33179-243B-45F0-BDEF-8A1673A60F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Simulate</a:t>
          </a:r>
        </a:p>
      </dgm:t>
    </dgm:pt>
    <dgm:pt modelId="{F08AAB84-F6BF-43C9-975A-1C29F7F01A5D}" type="parTrans" cxnId="{7D7A8AAB-B228-4C35-9BAC-E8D1183285F8}">
      <dgm:prSet/>
      <dgm:spPr/>
      <dgm:t>
        <a:bodyPr/>
        <a:lstStyle/>
        <a:p>
          <a:endParaRPr lang="en-US"/>
        </a:p>
      </dgm:t>
    </dgm:pt>
    <dgm:pt modelId="{58739297-514D-40BB-89BB-B7E80135CAA1}" type="sibTrans" cxnId="{7D7A8AAB-B228-4C35-9BAC-E8D1183285F8}">
      <dgm:prSet/>
      <dgm:spPr/>
      <dgm:t>
        <a:bodyPr/>
        <a:lstStyle/>
        <a:p>
          <a:endParaRPr lang="en-US"/>
        </a:p>
      </dgm:t>
    </dgm:pt>
    <dgm:pt modelId="{CC0C9E95-F3D7-4BE6-98BA-A12748B68B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Simulate Demand Response (DR) impact on peak load reduction.</a:t>
          </a:r>
          <a:endParaRPr lang="en-US" dirty="0"/>
        </a:p>
      </dgm:t>
    </dgm:pt>
    <dgm:pt modelId="{D9C76447-E195-4963-BC98-2FC5B6C92BFA}" type="parTrans" cxnId="{A64A097E-F0F0-40F7-B56F-752A01BF3E17}">
      <dgm:prSet/>
      <dgm:spPr/>
      <dgm:t>
        <a:bodyPr/>
        <a:lstStyle/>
        <a:p>
          <a:endParaRPr lang="en-US"/>
        </a:p>
      </dgm:t>
    </dgm:pt>
    <dgm:pt modelId="{77D29FE2-4F33-456E-8B0A-FFC7D70B50D2}" type="sibTrans" cxnId="{A64A097E-F0F0-40F7-B56F-752A01BF3E17}">
      <dgm:prSet/>
      <dgm:spPr/>
      <dgm:t>
        <a:bodyPr/>
        <a:lstStyle/>
        <a:p>
          <a:endParaRPr lang="en-US"/>
        </a:p>
      </dgm:t>
    </dgm:pt>
    <dgm:pt modelId="{38207C57-61C7-43CA-B582-5DA5CEEF76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</a:t>
          </a:r>
        </a:p>
      </dgm:t>
    </dgm:pt>
    <dgm:pt modelId="{88AC3E3B-3614-4C2D-8047-44CB1BC3560C}" type="parTrans" cxnId="{E2BBFDC4-A8B6-4070-A4C9-593DF05DF89A}">
      <dgm:prSet/>
      <dgm:spPr/>
      <dgm:t>
        <a:bodyPr/>
        <a:lstStyle/>
        <a:p>
          <a:endParaRPr lang="en-US"/>
        </a:p>
      </dgm:t>
    </dgm:pt>
    <dgm:pt modelId="{CEDEDDBB-3BE6-4338-B07B-97322FD8C40A}" type="sibTrans" cxnId="{E2BBFDC4-A8B6-4070-A4C9-593DF05DF89A}">
      <dgm:prSet/>
      <dgm:spPr/>
      <dgm:t>
        <a:bodyPr/>
        <a:lstStyle/>
        <a:p>
          <a:endParaRPr lang="en-US"/>
        </a:p>
      </dgm:t>
    </dgm:pt>
    <dgm:pt modelId="{9F5369A7-87CB-4AA9-9020-6A41FDC871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 short-term electricity demand using ARIMA modeling.</a:t>
          </a:r>
          <a:endParaRPr lang="en-US" dirty="0"/>
        </a:p>
      </dgm:t>
    </dgm:pt>
    <dgm:pt modelId="{DB5E67F7-568A-4E17-ABA0-C60FBAE6718E}" type="parTrans" cxnId="{37CE78F7-93B7-4921-B35E-905CD542434D}">
      <dgm:prSet/>
      <dgm:spPr/>
      <dgm:t>
        <a:bodyPr/>
        <a:lstStyle/>
        <a:p>
          <a:endParaRPr lang="en-US"/>
        </a:p>
      </dgm:t>
    </dgm:pt>
    <dgm:pt modelId="{08C00A5A-A01F-4C7F-868D-17B9BBD156C8}" type="sibTrans" cxnId="{37CE78F7-93B7-4921-B35E-905CD542434D}">
      <dgm:prSet/>
      <dgm:spPr/>
      <dgm:t>
        <a:bodyPr/>
        <a:lstStyle/>
        <a:p>
          <a:endParaRPr lang="en-US"/>
        </a:p>
      </dgm:t>
    </dgm:pt>
    <dgm:pt modelId="{5C8FAB00-5850-40A3-96B5-BFA352357EC7}" type="pres">
      <dgm:prSet presAssocID="{A07EFCFD-ADE3-4662-82F6-4D832E55A6B3}" presName="root" presStyleCnt="0">
        <dgm:presLayoutVars>
          <dgm:dir/>
          <dgm:resizeHandles val="exact"/>
        </dgm:presLayoutVars>
      </dgm:prSet>
      <dgm:spPr/>
    </dgm:pt>
    <dgm:pt modelId="{3A4D8CA9-CFC2-4A56-A2ED-AAEAE1847122}" type="pres">
      <dgm:prSet presAssocID="{BF85558F-307D-410B-B498-41165FD1CE5E}" presName="compNode" presStyleCnt="0"/>
      <dgm:spPr/>
    </dgm:pt>
    <dgm:pt modelId="{EB7A5C3A-8576-499A-9915-C8E5B19F1FDF}" type="pres">
      <dgm:prSet presAssocID="{BF85558F-307D-410B-B498-41165FD1CE5E}" presName="bgRect" presStyleLbl="bgShp" presStyleIdx="0" presStyleCnt="4"/>
      <dgm:spPr/>
    </dgm:pt>
    <dgm:pt modelId="{98F016E9-99CC-4081-A3A8-4BB9634A0A6B}" type="pres">
      <dgm:prSet presAssocID="{BF85558F-307D-410B-B498-41165FD1CE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7E2C008-FD5C-4A1B-880B-3F2FE7E1C6B3}" type="pres">
      <dgm:prSet presAssocID="{BF85558F-307D-410B-B498-41165FD1CE5E}" presName="spaceRect" presStyleCnt="0"/>
      <dgm:spPr/>
    </dgm:pt>
    <dgm:pt modelId="{499C2C87-36B6-4922-B76B-201D190FA1AD}" type="pres">
      <dgm:prSet presAssocID="{BF85558F-307D-410B-B498-41165FD1CE5E}" presName="parTx" presStyleLbl="revTx" presStyleIdx="0" presStyleCnt="8">
        <dgm:presLayoutVars>
          <dgm:chMax val="0"/>
          <dgm:chPref val="0"/>
        </dgm:presLayoutVars>
      </dgm:prSet>
      <dgm:spPr/>
    </dgm:pt>
    <dgm:pt modelId="{47B8EE07-D794-4DA2-B236-CBB99EFDD778}" type="pres">
      <dgm:prSet presAssocID="{BF85558F-307D-410B-B498-41165FD1CE5E}" presName="desTx" presStyleLbl="revTx" presStyleIdx="1" presStyleCnt="8">
        <dgm:presLayoutVars/>
      </dgm:prSet>
      <dgm:spPr/>
    </dgm:pt>
    <dgm:pt modelId="{B03A6000-2F45-4CEA-9A61-0B2A93405C1E}" type="pres">
      <dgm:prSet presAssocID="{B8F94A8F-DF92-4024-8C3C-7C0E69A0A8C4}" presName="sibTrans" presStyleCnt="0"/>
      <dgm:spPr/>
    </dgm:pt>
    <dgm:pt modelId="{815E9DF3-1CD7-43C7-9419-C9AE8990D5D2}" type="pres">
      <dgm:prSet presAssocID="{09B329D9-1086-4BC2-A5D1-BA9C03549E4C}" presName="compNode" presStyleCnt="0"/>
      <dgm:spPr/>
    </dgm:pt>
    <dgm:pt modelId="{E60DE155-4031-451A-91DC-2DD8C25851DF}" type="pres">
      <dgm:prSet presAssocID="{09B329D9-1086-4BC2-A5D1-BA9C03549E4C}" presName="bgRect" presStyleLbl="bgShp" presStyleIdx="1" presStyleCnt="4"/>
      <dgm:spPr/>
    </dgm:pt>
    <dgm:pt modelId="{60F6556B-02DF-4B19-8ECE-B1DE83B9ED8B}" type="pres">
      <dgm:prSet presAssocID="{09B329D9-1086-4BC2-A5D1-BA9C03549E4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221744AC-2486-49AE-A3EF-9573193F984D}" type="pres">
      <dgm:prSet presAssocID="{09B329D9-1086-4BC2-A5D1-BA9C03549E4C}" presName="spaceRect" presStyleCnt="0"/>
      <dgm:spPr/>
    </dgm:pt>
    <dgm:pt modelId="{84B55C4A-C30D-45DA-80EE-A4EDD04BDC94}" type="pres">
      <dgm:prSet presAssocID="{09B329D9-1086-4BC2-A5D1-BA9C03549E4C}" presName="parTx" presStyleLbl="revTx" presStyleIdx="2" presStyleCnt="8">
        <dgm:presLayoutVars>
          <dgm:chMax val="0"/>
          <dgm:chPref val="0"/>
        </dgm:presLayoutVars>
      </dgm:prSet>
      <dgm:spPr/>
    </dgm:pt>
    <dgm:pt modelId="{70370934-C56A-4BE8-90F5-F01962AEC6AC}" type="pres">
      <dgm:prSet presAssocID="{09B329D9-1086-4BC2-A5D1-BA9C03549E4C}" presName="desTx" presStyleLbl="revTx" presStyleIdx="3" presStyleCnt="8">
        <dgm:presLayoutVars/>
      </dgm:prSet>
      <dgm:spPr/>
    </dgm:pt>
    <dgm:pt modelId="{9619BA0F-D2BB-4B6E-9616-E27EC77D8998}" type="pres">
      <dgm:prSet presAssocID="{0C9B49BA-FB28-4B5E-A1D5-8A7ECC220333}" presName="sibTrans" presStyleCnt="0"/>
      <dgm:spPr/>
    </dgm:pt>
    <dgm:pt modelId="{FE9720AC-E1E5-40E3-A27E-8F1DC6089EB7}" type="pres">
      <dgm:prSet presAssocID="{57A33179-243B-45F0-BDEF-8A1673A60F1F}" presName="compNode" presStyleCnt="0"/>
      <dgm:spPr/>
    </dgm:pt>
    <dgm:pt modelId="{CF584B9E-506B-427F-BA4E-867095AF3881}" type="pres">
      <dgm:prSet presAssocID="{57A33179-243B-45F0-BDEF-8A1673A60F1F}" presName="bgRect" presStyleLbl="bgShp" presStyleIdx="2" presStyleCnt="4"/>
      <dgm:spPr/>
    </dgm:pt>
    <dgm:pt modelId="{620DDE55-5EBA-49D4-BFE7-0FD1FE6EC54C}" type="pres">
      <dgm:prSet presAssocID="{57A33179-243B-45F0-BDEF-8A1673A60F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83C8A73-1755-48DD-943D-F846196F2E47}" type="pres">
      <dgm:prSet presAssocID="{57A33179-243B-45F0-BDEF-8A1673A60F1F}" presName="spaceRect" presStyleCnt="0"/>
      <dgm:spPr/>
    </dgm:pt>
    <dgm:pt modelId="{21C16EA7-2113-40C3-981A-CEFAB4B45693}" type="pres">
      <dgm:prSet presAssocID="{57A33179-243B-45F0-BDEF-8A1673A60F1F}" presName="parTx" presStyleLbl="revTx" presStyleIdx="4" presStyleCnt="8">
        <dgm:presLayoutVars>
          <dgm:chMax val="0"/>
          <dgm:chPref val="0"/>
        </dgm:presLayoutVars>
      </dgm:prSet>
      <dgm:spPr/>
    </dgm:pt>
    <dgm:pt modelId="{C9EBC377-A048-4366-B42B-C24350382025}" type="pres">
      <dgm:prSet presAssocID="{57A33179-243B-45F0-BDEF-8A1673A60F1F}" presName="desTx" presStyleLbl="revTx" presStyleIdx="5" presStyleCnt="8">
        <dgm:presLayoutVars/>
      </dgm:prSet>
      <dgm:spPr/>
    </dgm:pt>
    <dgm:pt modelId="{B5A39A86-6C6A-4380-A4B9-03A3A1F26556}" type="pres">
      <dgm:prSet presAssocID="{58739297-514D-40BB-89BB-B7E80135CAA1}" presName="sibTrans" presStyleCnt="0"/>
      <dgm:spPr/>
    </dgm:pt>
    <dgm:pt modelId="{4D9337BE-5129-4079-B41B-C68E32729239}" type="pres">
      <dgm:prSet presAssocID="{38207C57-61C7-43CA-B582-5DA5CEEF7621}" presName="compNode" presStyleCnt="0"/>
      <dgm:spPr/>
    </dgm:pt>
    <dgm:pt modelId="{24F7003A-0793-41F6-900D-E3ADE79D4342}" type="pres">
      <dgm:prSet presAssocID="{38207C57-61C7-43CA-B582-5DA5CEEF7621}" presName="bgRect" presStyleLbl="bgShp" presStyleIdx="3" presStyleCnt="4"/>
      <dgm:spPr/>
    </dgm:pt>
    <dgm:pt modelId="{661DFF27-9093-4D1D-BF85-957B0CEFBB78}" type="pres">
      <dgm:prSet presAssocID="{38207C57-61C7-43CA-B582-5DA5CEEF76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9F8FC636-1A03-488B-913A-B02E79184350}" type="pres">
      <dgm:prSet presAssocID="{38207C57-61C7-43CA-B582-5DA5CEEF7621}" presName="spaceRect" presStyleCnt="0"/>
      <dgm:spPr/>
    </dgm:pt>
    <dgm:pt modelId="{1AED780E-3F9A-4377-9A69-98C0CE92823E}" type="pres">
      <dgm:prSet presAssocID="{38207C57-61C7-43CA-B582-5DA5CEEF7621}" presName="parTx" presStyleLbl="revTx" presStyleIdx="6" presStyleCnt="8">
        <dgm:presLayoutVars>
          <dgm:chMax val="0"/>
          <dgm:chPref val="0"/>
        </dgm:presLayoutVars>
      </dgm:prSet>
      <dgm:spPr/>
    </dgm:pt>
    <dgm:pt modelId="{3A1AF928-310B-45FA-A1BB-EF4921599FC1}" type="pres">
      <dgm:prSet presAssocID="{38207C57-61C7-43CA-B582-5DA5CEEF7621}" presName="desTx" presStyleLbl="revTx" presStyleIdx="7" presStyleCnt="8">
        <dgm:presLayoutVars/>
      </dgm:prSet>
      <dgm:spPr/>
    </dgm:pt>
  </dgm:ptLst>
  <dgm:cxnLst>
    <dgm:cxn modelId="{9B5F1912-5B33-4216-B3A2-13660623BDF4}" type="presOf" srcId="{38207C57-61C7-43CA-B582-5DA5CEEF7621}" destId="{1AED780E-3F9A-4377-9A69-98C0CE92823E}" srcOrd="0" destOrd="0" presId="urn:microsoft.com/office/officeart/2018/2/layout/IconVerticalSolidList"/>
    <dgm:cxn modelId="{07658A15-C100-4768-9923-D152A724A908}" type="presOf" srcId="{48B1E9F4-276F-4217-BB14-13145A483FA5}" destId="{70370934-C56A-4BE8-90F5-F01962AEC6AC}" srcOrd="0" destOrd="0" presId="urn:microsoft.com/office/officeart/2018/2/layout/IconVerticalSolidList"/>
    <dgm:cxn modelId="{E66C975B-A332-4F95-8AE4-51F5D451ACF5}" type="presOf" srcId="{BF85558F-307D-410B-B498-41165FD1CE5E}" destId="{499C2C87-36B6-4922-B76B-201D190FA1AD}" srcOrd="0" destOrd="0" presId="urn:microsoft.com/office/officeart/2018/2/layout/IconVerticalSolidList"/>
    <dgm:cxn modelId="{3ED7CB68-3FD7-4C24-82F2-E3B8113F990A}" type="presOf" srcId="{CC0C9E95-F3D7-4BE6-98BA-A12748B68B3F}" destId="{C9EBC377-A048-4366-B42B-C24350382025}" srcOrd="0" destOrd="0" presId="urn:microsoft.com/office/officeart/2018/2/layout/IconVerticalSolidList"/>
    <dgm:cxn modelId="{59109469-1978-494C-8915-D48C89CBABDF}" type="presOf" srcId="{09B329D9-1086-4BC2-A5D1-BA9C03549E4C}" destId="{84B55C4A-C30D-45DA-80EE-A4EDD04BDC94}" srcOrd="0" destOrd="0" presId="urn:microsoft.com/office/officeart/2018/2/layout/IconVerticalSolidList"/>
    <dgm:cxn modelId="{0713316A-DD33-4D7B-8B6E-C11993B4FDD8}" srcId="{A07EFCFD-ADE3-4662-82F6-4D832E55A6B3}" destId="{BF85558F-307D-410B-B498-41165FD1CE5E}" srcOrd="0" destOrd="0" parTransId="{CEDA6CB6-0ECB-41F0-BA24-9BD5F19AD39D}" sibTransId="{B8F94A8F-DF92-4024-8C3C-7C0E69A0A8C4}"/>
    <dgm:cxn modelId="{E4153D7A-FF75-4C68-976E-388105D2B9FE}" type="presOf" srcId="{512BA009-F64F-4F09-A347-3C4F04572194}" destId="{47B8EE07-D794-4DA2-B236-CBB99EFDD778}" srcOrd="0" destOrd="0" presId="urn:microsoft.com/office/officeart/2018/2/layout/IconVerticalSolidList"/>
    <dgm:cxn modelId="{EB50AB7A-5FE9-48E9-B14E-C4B468966241}" srcId="{A07EFCFD-ADE3-4662-82F6-4D832E55A6B3}" destId="{09B329D9-1086-4BC2-A5D1-BA9C03549E4C}" srcOrd="1" destOrd="0" parTransId="{1B28291C-79A5-4C4E-AF08-DB2F635D88CB}" sibTransId="{0C9B49BA-FB28-4B5E-A1D5-8A7ECC220333}"/>
    <dgm:cxn modelId="{A64A097E-F0F0-40F7-B56F-752A01BF3E17}" srcId="{57A33179-243B-45F0-BDEF-8A1673A60F1F}" destId="{CC0C9E95-F3D7-4BE6-98BA-A12748B68B3F}" srcOrd="0" destOrd="0" parTransId="{D9C76447-E195-4963-BC98-2FC5B6C92BFA}" sibTransId="{77D29FE2-4F33-456E-8B0A-FFC7D70B50D2}"/>
    <dgm:cxn modelId="{7E2D0F8A-019D-49E8-A072-2B33096DC6F4}" srcId="{09B329D9-1086-4BC2-A5D1-BA9C03549E4C}" destId="{48B1E9F4-276F-4217-BB14-13145A483FA5}" srcOrd="0" destOrd="0" parTransId="{40588E47-39B4-458E-8A12-243117E2543D}" sibTransId="{12666F78-FD21-48C4-A013-190AEC9E2476}"/>
    <dgm:cxn modelId="{86A46F8D-E085-42FB-AA3B-7736DFAF49D7}" srcId="{BF85558F-307D-410B-B498-41165FD1CE5E}" destId="{512BA009-F64F-4F09-A347-3C4F04572194}" srcOrd="0" destOrd="0" parTransId="{DD94FA0C-3DE7-4B77-AF94-5BD9E1054199}" sibTransId="{CF2D5B0E-A2E1-434F-8922-66FB45A1A92F}"/>
    <dgm:cxn modelId="{0CB77C92-61E5-4403-8F02-79F1A73CEB54}" type="presOf" srcId="{A07EFCFD-ADE3-4662-82F6-4D832E55A6B3}" destId="{5C8FAB00-5850-40A3-96B5-BFA352357EC7}" srcOrd="0" destOrd="0" presId="urn:microsoft.com/office/officeart/2018/2/layout/IconVerticalSolidList"/>
    <dgm:cxn modelId="{D72BDC98-50B4-4F94-82FC-9416FF5832B5}" type="presOf" srcId="{57A33179-243B-45F0-BDEF-8A1673A60F1F}" destId="{21C16EA7-2113-40C3-981A-CEFAB4B45693}" srcOrd="0" destOrd="0" presId="urn:microsoft.com/office/officeart/2018/2/layout/IconVerticalSolidList"/>
    <dgm:cxn modelId="{7D7A8AAB-B228-4C35-9BAC-E8D1183285F8}" srcId="{A07EFCFD-ADE3-4662-82F6-4D832E55A6B3}" destId="{57A33179-243B-45F0-BDEF-8A1673A60F1F}" srcOrd="2" destOrd="0" parTransId="{F08AAB84-F6BF-43C9-975A-1C29F7F01A5D}" sibTransId="{58739297-514D-40BB-89BB-B7E80135CAA1}"/>
    <dgm:cxn modelId="{E2BBFDC4-A8B6-4070-A4C9-593DF05DF89A}" srcId="{A07EFCFD-ADE3-4662-82F6-4D832E55A6B3}" destId="{38207C57-61C7-43CA-B582-5DA5CEEF7621}" srcOrd="3" destOrd="0" parTransId="{88AC3E3B-3614-4C2D-8047-44CB1BC3560C}" sibTransId="{CEDEDDBB-3BE6-4338-B07B-97322FD8C40A}"/>
    <dgm:cxn modelId="{07D06FF3-3455-4A8A-AFAE-CA1765FAC0C8}" type="presOf" srcId="{9F5369A7-87CB-4AA9-9020-6A41FDC871AC}" destId="{3A1AF928-310B-45FA-A1BB-EF4921599FC1}" srcOrd="0" destOrd="0" presId="urn:microsoft.com/office/officeart/2018/2/layout/IconVerticalSolidList"/>
    <dgm:cxn modelId="{37CE78F7-93B7-4921-B35E-905CD542434D}" srcId="{38207C57-61C7-43CA-B582-5DA5CEEF7621}" destId="{9F5369A7-87CB-4AA9-9020-6A41FDC871AC}" srcOrd="0" destOrd="0" parTransId="{DB5E67F7-568A-4E17-ABA0-C60FBAE6718E}" sibTransId="{08C00A5A-A01F-4C7F-868D-17B9BBD156C8}"/>
    <dgm:cxn modelId="{DEC2F370-F956-425E-994B-A2E6A6F6E6CC}" type="presParOf" srcId="{5C8FAB00-5850-40A3-96B5-BFA352357EC7}" destId="{3A4D8CA9-CFC2-4A56-A2ED-AAEAE1847122}" srcOrd="0" destOrd="0" presId="urn:microsoft.com/office/officeart/2018/2/layout/IconVerticalSolidList"/>
    <dgm:cxn modelId="{5F386F48-913D-4B40-BE42-7167AF02D334}" type="presParOf" srcId="{3A4D8CA9-CFC2-4A56-A2ED-AAEAE1847122}" destId="{EB7A5C3A-8576-499A-9915-C8E5B19F1FDF}" srcOrd="0" destOrd="0" presId="urn:microsoft.com/office/officeart/2018/2/layout/IconVerticalSolidList"/>
    <dgm:cxn modelId="{DC0C52FC-5702-43C9-9437-DC24E08FB59F}" type="presParOf" srcId="{3A4D8CA9-CFC2-4A56-A2ED-AAEAE1847122}" destId="{98F016E9-99CC-4081-A3A8-4BB9634A0A6B}" srcOrd="1" destOrd="0" presId="urn:microsoft.com/office/officeart/2018/2/layout/IconVerticalSolidList"/>
    <dgm:cxn modelId="{C056562E-007D-43F2-8341-ECA854691F4A}" type="presParOf" srcId="{3A4D8CA9-CFC2-4A56-A2ED-AAEAE1847122}" destId="{17E2C008-FD5C-4A1B-880B-3F2FE7E1C6B3}" srcOrd="2" destOrd="0" presId="urn:microsoft.com/office/officeart/2018/2/layout/IconVerticalSolidList"/>
    <dgm:cxn modelId="{5292DC01-F717-4C30-95F1-85EE7F60AE86}" type="presParOf" srcId="{3A4D8CA9-CFC2-4A56-A2ED-AAEAE1847122}" destId="{499C2C87-36B6-4922-B76B-201D190FA1AD}" srcOrd="3" destOrd="0" presId="urn:microsoft.com/office/officeart/2018/2/layout/IconVerticalSolidList"/>
    <dgm:cxn modelId="{666F5289-E402-4CCB-AFC5-FC4C4DCFEB1F}" type="presParOf" srcId="{3A4D8CA9-CFC2-4A56-A2ED-AAEAE1847122}" destId="{47B8EE07-D794-4DA2-B236-CBB99EFDD778}" srcOrd="4" destOrd="0" presId="urn:microsoft.com/office/officeart/2018/2/layout/IconVerticalSolidList"/>
    <dgm:cxn modelId="{872A310B-6142-4A18-906A-F628BF7A76B5}" type="presParOf" srcId="{5C8FAB00-5850-40A3-96B5-BFA352357EC7}" destId="{B03A6000-2F45-4CEA-9A61-0B2A93405C1E}" srcOrd="1" destOrd="0" presId="urn:microsoft.com/office/officeart/2018/2/layout/IconVerticalSolidList"/>
    <dgm:cxn modelId="{D5E4B279-7027-454F-8D09-C208BC92C94D}" type="presParOf" srcId="{5C8FAB00-5850-40A3-96B5-BFA352357EC7}" destId="{815E9DF3-1CD7-43C7-9419-C9AE8990D5D2}" srcOrd="2" destOrd="0" presId="urn:microsoft.com/office/officeart/2018/2/layout/IconVerticalSolidList"/>
    <dgm:cxn modelId="{17B3EFC4-A5A9-420D-A9C1-EF480D713669}" type="presParOf" srcId="{815E9DF3-1CD7-43C7-9419-C9AE8990D5D2}" destId="{E60DE155-4031-451A-91DC-2DD8C25851DF}" srcOrd="0" destOrd="0" presId="urn:microsoft.com/office/officeart/2018/2/layout/IconVerticalSolidList"/>
    <dgm:cxn modelId="{9D5F1278-D118-493A-ACAB-051446642F90}" type="presParOf" srcId="{815E9DF3-1CD7-43C7-9419-C9AE8990D5D2}" destId="{60F6556B-02DF-4B19-8ECE-B1DE83B9ED8B}" srcOrd="1" destOrd="0" presId="urn:microsoft.com/office/officeart/2018/2/layout/IconVerticalSolidList"/>
    <dgm:cxn modelId="{B2F14E30-61C8-420D-AB3E-31BCE878D956}" type="presParOf" srcId="{815E9DF3-1CD7-43C7-9419-C9AE8990D5D2}" destId="{221744AC-2486-49AE-A3EF-9573193F984D}" srcOrd="2" destOrd="0" presId="urn:microsoft.com/office/officeart/2018/2/layout/IconVerticalSolidList"/>
    <dgm:cxn modelId="{C06E21B2-BB11-4E6F-AC8D-1D84DC8DE7B1}" type="presParOf" srcId="{815E9DF3-1CD7-43C7-9419-C9AE8990D5D2}" destId="{84B55C4A-C30D-45DA-80EE-A4EDD04BDC94}" srcOrd="3" destOrd="0" presId="urn:microsoft.com/office/officeart/2018/2/layout/IconVerticalSolidList"/>
    <dgm:cxn modelId="{769A3243-3827-49F1-ACD6-A2F423C16C26}" type="presParOf" srcId="{815E9DF3-1CD7-43C7-9419-C9AE8990D5D2}" destId="{70370934-C56A-4BE8-90F5-F01962AEC6AC}" srcOrd="4" destOrd="0" presId="urn:microsoft.com/office/officeart/2018/2/layout/IconVerticalSolidList"/>
    <dgm:cxn modelId="{B44215B9-084A-441D-BA9A-A7E35A59C637}" type="presParOf" srcId="{5C8FAB00-5850-40A3-96B5-BFA352357EC7}" destId="{9619BA0F-D2BB-4B6E-9616-E27EC77D8998}" srcOrd="3" destOrd="0" presId="urn:microsoft.com/office/officeart/2018/2/layout/IconVerticalSolidList"/>
    <dgm:cxn modelId="{BB5FE266-9932-4679-9EF0-DE92C8D20FD2}" type="presParOf" srcId="{5C8FAB00-5850-40A3-96B5-BFA352357EC7}" destId="{FE9720AC-E1E5-40E3-A27E-8F1DC6089EB7}" srcOrd="4" destOrd="0" presId="urn:microsoft.com/office/officeart/2018/2/layout/IconVerticalSolidList"/>
    <dgm:cxn modelId="{8E1B41DD-82B3-418C-919D-024FF8B8D6CA}" type="presParOf" srcId="{FE9720AC-E1E5-40E3-A27E-8F1DC6089EB7}" destId="{CF584B9E-506B-427F-BA4E-867095AF3881}" srcOrd="0" destOrd="0" presId="urn:microsoft.com/office/officeart/2018/2/layout/IconVerticalSolidList"/>
    <dgm:cxn modelId="{CFEB4C74-6A5A-4BEE-B621-DA4B915F6EDE}" type="presParOf" srcId="{FE9720AC-E1E5-40E3-A27E-8F1DC6089EB7}" destId="{620DDE55-5EBA-49D4-BFE7-0FD1FE6EC54C}" srcOrd="1" destOrd="0" presId="urn:microsoft.com/office/officeart/2018/2/layout/IconVerticalSolidList"/>
    <dgm:cxn modelId="{F312F682-38D2-4DBE-8317-D8AA9C92141D}" type="presParOf" srcId="{FE9720AC-E1E5-40E3-A27E-8F1DC6089EB7}" destId="{183C8A73-1755-48DD-943D-F846196F2E47}" srcOrd="2" destOrd="0" presId="urn:microsoft.com/office/officeart/2018/2/layout/IconVerticalSolidList"/>
    <dgm:cxn modelId="{6C1B1FFE-B55B-49D0-9DB9-B701618D3907}" type="presParOf" srcId="{FE9720AC-E1E5-40E3-A27E-8F1DC6089EB7}" destId="{21C16EA7-2113-40C3-981A-CEFAB4B45693}" srcOrd="3" destOrd="0" presId="urn:microsoft.com/office/officeart/2018/2/layout/IconVerticalSolidList"/>
    <dgm:cxn modelId="{9C235D14-23AA-4CDF-9036-F3FE047A7394}" type="presParOf" srcId="{FE9720AC-E1E5-40E3-A27E-8F1DC6089EB7}" destId="{C9EBC377-A048-4366-B42B-C24350382025}" srcOrd="4" destOrd="0" presId="urn:microsoft.com/office/officeart/2018/2/layout/IconVerticalSolidList"/>
    <dgm:cxn modelId="{FFEAEB5A-9D42-4DFD-AAD4-E426A362DD14}" type="presParOf" srcId="{5C8FAB00-5850-40A3-96B5-BFA352357EC7}" destId="{B5A39A86-6C6A-4380-A4B9-03A3A1F26556}" srcOrd="5" destOrd="0" presId="urn:microsoft.com/office/officeart/2018/2/layout/IconVerticalSolidList"/>
    <dgm:cxn modelId="{1DEC48AF-7A79-4412-9157-F4AD8143A88E}" type="presParOf" srcId="{5C8FAB00-5850-40A3-96B5-BFA352357EC7}" destId="{4D9337BE-5129-4079-B41B-C68E32729239}" srcOrd="6" destOrd="0" presId="urn:microsoft.com/office/officeart/2018/2/layout/IconVerticalSolidList"/>
    <dgm:cxn modelId="{8F880C70-7B65-4119-BE46-D5796A2735AF}" type="presParOf" srcId="{4D9337BE-5129-4079-B41B-C68E32729239}" destId="{24F7003A-0793-41F6-900D-E3ADE79D4342}" srcOrd="0" destOrd="0" presId="urn:microsoft.com/office/officeart/2018/2/layout/IconVerticalSolidList"/>
    <dgm:cxn modelId="{1C347692-CA50-464E-AA70-B02669FA09DA}" type="presParOf" srcId="{4D9337BE-5129-4079-B41B-C68E32729239}" destId="{661DFF27-9093-4D1D-BF85-957B0CEFBB78}" srcOrd="1" destOrd="0" presId="urn:microsoft.com/office/officeart/2018/2/layout/IconVerticalSolidList"/>
    <dgm:cxn modelId="{3B6E52DB-EAB5-48C1-B418-9393FEEEEA61}" type="presParOf" srcId="{4D9337BE-5129-4079-B41B-C68E32729239}" destId="{9F8FC636-1A03-488B-913A-B02E79184350}" srcOrd="2" destOrd="0" presId="urn:microsoft.com/office/officeart/2018/2/layout/IconVerticalSolidList"/>
    <dgm:cxn modelId="{03E4B84A-9758-4703-A42D-FD67112B9911}" type="presParOf" srcId="{4D9337BE-5129-4079-B41B-C68E32729239}" destId="{1AED780E-3F9A-4377-9A69-98C0CE92823E}" srcOrd="3" destOrd="0" presId="urn:microsoft.com/office/officeart/2018/2/layout/IconVerticalSolidList"/>
    <dgm:cxn modelId="{86C4DE9B-7127-4DA6-8454-749CA28C12BF}" type="presParOf" srcId="{4D9337BE-5129-4079-B41B-C68E32729239}" destId="{3A1AF928-310B-45FA-A1BB-EF4921599FC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B47755-929A-4473-9AB2-C4C70D998B3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7C70F61-3B43-4E61-98E7-4C744FBB2A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Source: NYISO hourly electricity demand dataset</a:t>
          </a:r>
        </a:p>
      </dgm:t>
    </dgm:pt>
    <dgm:pt modelId="{BC25DDCD-B577-4D4B-AED0-AEB8D30229F4}" type="parTrans" cxnId="{DF95C226-398A-4B6A-8DF2-759577B7CB9E}">
      <dgm:prSet/>
      <dgm:spPr/>
      <dgm:t>
        <a:bodyPr/>
        <a:lstStyle/>
        <a:p>
          <a:endParaRPr lang="en-US"/>
        </a:p>
      </dgm:t>
    </dgm:pt>
    <dgm:pt modelId="{1B24BB04-B1AE-4656-B24C-14336F1B8F3E}" type="sibTrans" cxnId="{DF95C226-398A-4B6A-8DF2-759577B7CB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4264701-0CB7-4844-A7E2-06C9711ADC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imported into SQLite database for structured querying</a:t>
          </a:r>
        </a:p>
      </dgm:t>
    </dgm:pt>
    <dgm:pt modelId="{F62D252D-A2DF-452B-A8A3-922412A3097B}" type="parTrans" cxnId="{A80C186F-F128-4585-985A-393CDE0A90B1}">
      <dgm:prSet/>
      <dgm:spPr/>
      <dgm:t>
        <a:bodyPr/>
        <a:lstStyle/>
        <a:p>
          <a:endParaRPr lang="en-US"/>
        </a:p>
      </dgm:t>
    </dgm:pt>
    <dgm:pt modelId="{22BB4A58-4F36-4146-9EAE-473B881BE663}" type="sibTrans" cxnId="{A80C186F-F128-4585-985A-393CDE0A90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219979-008B-475F-9892-5C4D22032D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Transformed wide hourly format into long format for analysis</a:t>
          </a:r>
        </a:p>
      </dgm:t>
    </dgm:pt>
    <dgm:pt modelId="{63A06DC7-3BD1-43A7-91D0-3673AEB9202B}" type="parTrans" cxnId="{173F75E5-A2B6-47BD-8D36-A65FE3F0EB3E}">
      <dgm:prSet/>
      <dgm:spPr/>
      <dgm:t>
        <a:bodyPr/>
        <a:lstStyle/>
        <a:p>
          <a:endParaRPr lang="en-US"/>
        </a:p>
      </dgm:t>
    </dgm:pt>
    <dgm:pt modelId="{A9B3C0F3-A6B0-4960-97F1-D34A38F7D227}" type="sibTrans" cxnId="{173F75E5-A2B6-47BD-8D36-A65FE3F0EB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5E9878-CE3C-4BAA-8517-7B7C57C788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Constructed structured datetime index for time-series modeling.</a:t>
          </a:r>
        </a:p>
      </dgm:t>
    </dgm:pt>
    <dgm:pt modelId="{560C3327-8536-40B8-B819-CC8F74196839}" type="parTrans" cxnId="{BC8B147C-D3B3-4D77-AF91-D272E31A4420}">
      <dgm:prSet/>
      <dgm:spPr/>
      <dgm:t>
        <a:bodyPr/>
        <a:lstStyle/>
        <a:p>
          <a:endParaRPr lang="en-US"/>
        </a:p>
      </dgm:t>
    </dgm:pt>
    <dgm:pt modelId="{B6C77771-1198-473D-AD25-0F00B193B374}" type="sibTrans" cxnId="{BC8B147C-D3B3-4D77-AF91-D272E31A4420}">
      <dgm:prSet/>
      <dgm:spPr/>
      <dgm:t>
        <a:bodyPr/>
        <a:lstStyle/>
        <a:p>
          <a:endParaRPr lang="en-US"/>
        </a:p>
      </dgm:t>
    </dgm:pt>
    <dgm:pt modelId="{DFC6FF63-88BF-4C0E-8E77-759E42C2F486}" type="pres">
      <dgm:prSet presAssocID="{27B47755-929A-4473-9AB2-C4C70D998B37}" presName="root" presStyleCnt="0">
        <dgm:presLayoutVars>
          <dgm:dir/>
          <dgm:resizeHandles val="exact"/>
        </dgm:presLayoutVars>
      </dgm:prSet>
      <dgm:spPr/>
    </dgm:pt>
    <dgm:pt modelId="{76A9B4BE-9560-449F-8B1A-2ACE7690A7D1}" type="pres">
      <dgm:prSet presAssocID="{E7C70F61-3B43-4E61-98E7-4C744FBB2A38}" presName="compNode" presStyleCnt="0"/>
      <dgm:spPr/>
    </dgm:pt>
    <dgm:pt modelId="{B2CCAEEB-5207-47EF-8819-F729AD106556}" type="pres">
      <dgm:prSet presAssocID="{E7C70F61-3B43-4E61-98E7-4C744FBB2A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8C09B02-9D66-4692-A9ED-8C18D3CC4767}" type="pres">
      <dgm:prSet presAssocID="{E7C70F61-3B43-4E61-98E7-4C744FBB2A38}" presName="spaceRect" presStyleCnt="0"/>
      <dgm:spPr/>
    </dgm:pt>
    <dgm:pt modelId="{7F7689CD-1CAA-4A03-83FD-D0BCF4306369}" type="pres">
      <dgm:prSet presAssocID="{E7C70F61-3B43-4E61-98E7-4C744FBB2A38}" presName="textRect" presStyleLbl="revTx" presStyleIdx="0" presStyleCnt="4">
        <dgm:presLayoutVars>
          <dgm:chMax val="1"/>
          <dgm:chPref val="1"/>
        </dgm:presLayoutVars>
      </dgm:prSet>
      <dgm:spPr/>
    </dgm:pt>
    <dgm:pt modelId="{E46B2DAC-47BB-448B-9F93-D60A16BE94EA}" type="pres">
      <dgm:prSet presAssocID="{1B24BB04-B1AE-4656-B24C-14336F1B8F3E}" presName="sibTrans" presStyleCnt="0"/>
      <dgm:spPr/>
    </dgm:pt>
    <dgm:pt modelId="{5B2F2346-8114-4320-BAF0-038C0022F60E}" type="pres">
      <dgm:prSet presAssocID="{E4264701-0CB7-4844-A7E2-06C9711ADC8B}" presName="compNode" presStyleCnt="0"/>
      <dgm:spPr/>
    </dgm:pt>
    <dgm:pt modelId="{43682EB3-C7E9-4C85-A963-A075EC231499}" type="pres">
      <dgm:prSet presAssocID="{E4264701-0CB7-4844-A7E2-06C9711ADC8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EA8C01E-E750-4A42-9E45-87AC70DAB451}" type="pres">
      <dgm:prSet presAssocID="{E4264701-0CB7-4844-A7E2-06C9711ADC8B}" presName="spaceRect" presStyleCnt="0"/>
      <dgm:spPr/>
    </dgm:pt>
    <dgm:pt modelId="{CF1D34AF-9BD2-4ABC-B6F3-546001110298}" type="pres">
      <dgm:prSet presAssocID="{E4264701-0CB7-4844-A7E2-06C9711ADC8B}" presName="textRect" presStyleLbl="revTx" presStyleIdx="1" presStyleCnt="4">
        <dgm:presLayoutVars>
          <dgm:chMax val="1"/>
          <dgm:chPref val="1"/>
        </dgm:presLayoutVars>
      </dgm:prSet>
      <dgm:spPr/>
    </dgm:pt>
    <dgm:pt modelId="{40545530-2E4A-4642-B782-537D725C2578}" type="pres">
      <dgm:prSet presAssocID="{22BB4A58-4F36-4146-9EAE-473B881BE663}" presName="sibTrans" presStyleCnt="0"/>
      <dgm:spPr/>
    </dgm:pt>
    <dgm:pt modelId="{045A8A04-C121-4921-91A0-99648FB8EDF9}" type="pres">
      <dgm:prSet presAssocID="{CB219979-008B-475F-9892-5C4D22032DB1}" presName="compNode" presStyleCnt="0"/>
      <dgm:spPr/>
    </dgm:pt>
    <dgm:pt modelId="{39630ED0-0147-4383-A9FC-B419E62449B5}" type="pres">
      <dgm:prSet presAssocID="{CB219979-008B-475F-9892-5C4D22032DB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BB3451D-61C2-43DB-9A34-E58779817D34}" type="pres">
      <dgm:prSet presAssocID="{CB219979-008B-475F-9892-5C4D22032DB1}" presName="spaceRect" presStyleCnt="0"/>
      <dgm:spPr/>
    </dgm:pt>
    <dgm:pt modelId="{88B995D7-9C2C-44D8-9F07-859E45182854}" type="pres">
      <dgm:prSet presAssocID="{CB219979-008B-475F-9892-5C4D22032DB1}" presName="textRect" presStyleLbl="revTx" presStyleIdx="2" presStyleCnt="4">
        <dgm:presLayoutVars>
          <dgm:chMax val="1"/>
          <dgm:chPref val="1"/>
        </dgm:presLayoutVars>
      </dgm:prSet>
      <dgm:spPr/>
    </dgm:pt>
    <dgm:pt modelId="{5893764D-22A9-4201-9550-C2AFE6513BA7}" type="pres">
      <dgm:prSet presAssocID="{A9B3C0F3-A6B0-4960-97F1-D34A38F7D227}" presName="sibTrans" presStyleCnt="0"/>
      <dgm:spPr/>
    </dgm:pt>
    <dgm:pt modelId="{8D35F6D2-CC05-416A-998C-1077FC5FDA84}" type="pres">
      <dgm:prSet presAssocID="{A55E9878-CE3C-4BAA-8517-7B7C57C788EA}" presName="compNode" presStyleCnt="0"/>
      <dgm:spPr/>
    </dgm:pt>
    <dgm:pt modelId="{2A82E1A7-7806-4C3D-AFE5-89C41C1CAD25}" type="pres">
      <dgm:prSet presAssocID="{A55E9878-CE3C-4BAA-8517-7B7C57C788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B81BBF2-7944-43FA-AE3D-E1C1EFE217EF}" type="pres">
      <dgm:prSet presAssocID="{A55E9878-CE3C-4BAA-8517-7B7C57C788EA}" presName="spaceRect" presStyleCnt="0"/>
      <dgm:spPr/>
    </dgm:pt>
    <dgm:pt modelId="{928D22B3-2E5C-43AC-9E45-4824A38EC914}" type="pres">
      <dgm:prSet presAssocID="{A55E9878-CE3C-4BAA-8517-7B7C57C788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257481E-3E68-401E-AE43-900B2FA256F2}" type="presOf" srcId="{CB219979-008B-475F-9892-5C4D22032DB1}" destId="{88B995D7-9C2C-44D8-9F07-859E45182854}" srcOrd="0" destOrd="0" presId="urn:microsoft.com/office/officeart/2018/2/layout/IconLabelList"/>
    <dgm:cxn modelId="{DF95C226-398A-4B6A-8DF2-759577B7CB9E}" srcId="{27B47755-929A-4473-9AB2-C4C70D998B37}" destId="{E7C70F61-3B43-4E61-98E7-4C744FBB2A38}" srcOrd="0" destOrd="0" parTransId="{BC25DDCD-B577-4D4B-AED0-AEB8D30229F4}" sibTransId="{1B24BB04-B1AE-4656-B24C-14336F1B8F3E}"/>
    <dgm:cxn modelId="{82B27834-B74A-488E-A18A-9D3B93D63B0A}" type="presOf" srcId="{27B47755-929A-4473-9AB2-C4C70D998B37}" destId="{DFC6FF63-88BF-4C0E-8E77-759E42C2F486}" srcOrd="0" destOrd="0" presId="urn:microsoft.com/office/officeart/2018/2/layout/IconLabelList"/>
    <dgm:cxn modelId="{73DCB83A-57B6-439C-87DC-FF293220BE64}" type="presOf" srcId="{A55E9878-CE3C-4BAA-8517-7B7C57C788EA}" destId="{928D22B3-2E5C-43AC-9E45-4824A38EC914}" srcOrd="0" destOrd="0" presId="urn:microsoft.com/office/officeart/2018/2/layout/IconLabelList"/>
    <dgm:cxn modelId="{A80C186F-F128-4585-985A-393CDE0A90B1}" srcId="{27B47755-929A-4473-9AB2-C4C70D998B37}" destId="{E4264701-0CB7-4844-A7E2-06C9711ADC8B}" srcOrd="1" destOrd="0" parTransId="{F62D252D-A2DF-452B-A8A3-922412A3097B}" sibTransId="{22BB4A58-4F36-4146-9EAE-473B881BE663}"/>
    <dgm:cxn modelId="{BC8B147C-D3B3-4D77-AF91-D272E31A4420}" srcId="{27B47755-929A-4473-9AB2-C4C70D998B37}" destId="{A55E9878-CE3C-4BAA-8517-7B7C57C788EA}" srcOrd="3" destOrd="0" parTransId="{560C3327-8536-40B8-B819-CC8F74196839}" sibTransId="{B6C77771-1198-473D-AD25-0F00B193B374}"/>
    <dgm:cxn modelId="{CE62F798-5081-462D-BD0F-10DFCC60A16C}" type="presOf" srcId="{E4264701-0CB7-4844-A7E2-06C9711ADC8B}" destId="{CF1D34AF-9BD2-4ABC-B6F3-546001110298}" srcOrd="0" destOrd="0" presId="urn:microsoft.com/office/officeart/2018/2/layout/IconLabelList"/>
    <dgm:cxn modelId="{DAD81CC2-9EE6-47FA-9548-B8EF9D8575DD}" type="presOf" srcId="{E7C70F61-3B43-4E61-98E7-4C744FBB2A38}" destId="{7F7689CD-1CAA-4A03-83FD-D0BCF4306369}" srcOrd="0" destOrd="0" presId="urn:microsoft.com/office/officeart/2018/2/layout/IconLabelList"/>
    <dgm:cxn modelId="{173F75E5-A2B6-47BD-8D36-A65FE3F0EB3E}" srcId="{27B47755-929A-4473-9AB2-C4C70D998B37}" destId="{CB219979-008B-475F-9892-5C4D22032DB1}" srcOrd="2" destOrd="0" parTransId="{63A06DC7-3BD1-43A7-91D0-3673AEB9202B}" sibTransId="{A9B3C0F3-A6B0-4960-97F1-D34A38F7D227}"/>
    <dgm:cxn modelId="{422E29CC-6773-462D-A500-DE89395D6397}" type="presParOf" srcId="{DFC6FF63-88BF-4C0E-8E77-759E42C2F486}" destId="{76A9B4BE-9560-449F-8B1A-2ACE7690A7D1}" srcOrd="0" destOrd="0" presId="urn:microsoft.com/office/officeart/2018/2/layout/IconLabelList"/>
    <dgm:cxn modelId="{55D655F0-ABC6-42CC-9A72-DA205D84383C}" type="presParOf" srcId="{76A9B4BE-9560-449F-8B1A-2ACE7690A7D1}" destId="{B2CCAEEB-5207-47EF-8819-F729AD106556}" srcOrd="0" destOrd="0" presId="urn:microsoft.com/office/officeart/2018/2/layout/IconLabelList"/>
    <dgm:cxn modelId="{DC563AAE-19A1-429A-87E8-94DCA3230F53}" type="presParOf" srcId="{76A9B4BE-9560-449F-8B1A-2ACE7690A7D1}" destId="{C8C09B02-9D66-4692-A9ED-8C18D3CC4767}" srcOrd="1" destOrd="0" presId="urn:microsoft.com/office/officeart/2018/2/layout/IconLabelList"/>
    <dgm:cxn modelId="{940DD4F4-8216-4EAF-B65A-11D5B1E1E6A0}" type="presParOf" srcId="{76A9B4BE-9560-449F-8B1A-2ACE7690A7D1}" destId="{7F7689CD-1CAA-4A03-83FD-D0BCF4306369}" srcOrd="2" destOrd="0" presId="urn:microsoft.com/office/officeart/2018/2/layout/IconLabelList"/>
    <dgm:cxn modelId="{F503B5C3-D0CA-413D-A9D3-29DF82C651D8}" type="presParOf" srcId="{DFC6FF63-88BF-4C0E-8E77-759E42C2F486}" destId="{E46B2DAC-47BB-448B-9F93-D60A16BE94EA}" srcOrd="1" destOrd="0" presId="urn:microsoft.com/office/officeart/2018/2/layout/IconLabelList"/>
    <dgm:cxn modelId="{B0503059-3FC7-44FE-893B-D4CD1E356025}" type="presParOf" srcId="{DFC6FF63-88BF-4C0E-8E77-759E42C2F486}" destId="{5B2F2346-8114-4320-BAF0-038C0022F60E}" srcOrd="2" destOrd="0" presId="urn:microsoft.com/office/officeart/2018/2/layout/IconLabelList"/>
    <dgm:cxn modelId="{B669975A-F73A-4C9A-8E2D-FAB7FF7BD970}" type="presParOf" srcId="{5B2F2346-8114-4320-BAF0-038C0022F60E}" destId="{43682EB3-C7E9-4C85-A963-A075EC231499}" srcOrd="0" destOrd="0" presId="urn:microsoft.com/office/officeart/2018/2/layout/IconLabelList"/>
    <dgm:cxn modelId="{8437171A-8C2B-4971-81DD-D778B5217602}" type="presParOf" srcId="{5B2F2346-8114-4320-BAF0-038C0022F60E}" destId="{5EA8C01E-E750-4A42-9E45-87AC70DAB451}" srcOrd="1" destOrd="0" presId="urn:microsoft.com/office/officeart/2018/2/layout/IconLabelList"/>
    <dgm:cxn modelId="{1E3E40A9-FCC6-49E5-83F6-37021BFCBA06}" type="presParOf" srcId="{5B2F2346-8114-4320-BAF0-038C0022F60E}" destId="{CF1D34AF-9BD2-4ABC-B6F3-546001110298}" srcOrd="2" destOrd="0" presId="urn:microsoft.com/office/officeart/2018/2/layout/IconLabelList"/>
    <dgm:cxn modelId="{772AE2EE-E384-49FC-BEAD-0AA1671D57E7}" type="presParOf" srcId="{DFC6FF63-88BF-4C0E-8E77-759E42C2F486}" destId="{40545530-2E4A-4642-B782-537D725C2578}" srcOrd="3" destOrd="0" presId="urn:microsoft.com/office/officeart/2018/2/layout/IconLabelList"/>
    <dgm:cxn modelId="{980FC395-94EF-476F-AD1A-0CE9D74DA772}" type="presParOf" srcId="{DFC6FF63-88BF-4C0E-8E77-759E42C2F486}" destId="{045A8A04-C121-4921-91A0-99648FB8EDF9}" srcOrd="4" destOrd="0" presId="urn:microsoft.com/office/officeart/2018/2/layout/IconLabelList"/>
    <dgm:cxn modelId="{814C93CB-D7D9-45A5-9494-9C8BF7D5D6D3}" type="presParOf" srcId="{045A8A04-C121-4921-91A0-99648FB8EDF9}" destId="{39630ED0-0147-4383-A9FC-B419E62449B5}" srcOrd="0" destOrd="0" presId="urn:microsoft.com/office/officeart/2018/2/layout/IconLabelList"/>
    <dgm:cxn modelId="{865FBC16-6826-44B9-B241-4649D346DBD6}" type="presParOf" srcId="{045A8A04-C121-4921-91A0-99648FB8EDF9}" destId="{EBB3451D-61C2-43DB-9A34-E58779817D34}" srcOrd="1" destOrd="0" presId="urn:microsoft.com/office/officeart/2018/2/layout/IconLabelList"/>
    <dgm:cxn modelId="{9A2C09D0-867D-45E3-BBC3-D8E493D5AF7A}" type="presParOf" srcId="{045A8A04-C121-4921-91A0-99648FB8EDF9}" destId="{88B995D7-9C2C-44D8-9F07-859E45182854}" srcOrd="2" destOrd="0" presId="urn:microsoft.com/office/officeart/2018/2/layout/IconLabelList"/>
    <dgm:cxn modelId="{AD28C4CC-CA91-48A5-A7F7-6970637FACCB}" type="presParOf" srcId="{DFC6FF63-88BF-4C0E-8E77-759E42C2F486}" destId="{5893764D-22A9-4201-9550-C2AFE6513BA7}" srcOrd="5" destOrd="0" presId="urn:microsoft.com/office/officeart/2018/2/layout/IconLabelList"/>
    <dgm:cxn modelId="{6E5EDE52-F770-4947-A3A2-B28447F68F6F}" type="presParOf" srcId="{DFC6FF63-88BF-4C0E-8E77-759E42C2F486}" destId="{8D35F6D2-CC05-416A-998C-1077FC5FDA84}" srcOrd="6" destOrd="0" presId="urn:microsoft.com/office/officeart/2018/2/layout/IconLabelList"/>
    <dgm:cxn modelId="{E1CF1233-70F3-442B-9ED6-B48C827E9BE3}" type="presParOf" srcId="{8D35F6D2-CC05-416A-998C-1077FC5FDA84}" destId="{2A82E1A7-7806-4C3D-AFE5-89C41C1CAD25}" srcOrd="0" destOrd="0" presId="urn:microsoft.com/office/officeart/2018/2/layout/IconLabelList"/>
    <dgm:cxn modelId="{E5E4FEA8-8835-4E48-AE5A-277C9291311E}" type="presParOf" srcId="{8D35F6D2-CC05-416A-998C-1077FC5FDA84}" destId="{1B81BBF2-7944-43FA-AE3D-E1C1EFE217EF}" srcOrd="1" destOrd="0" presId="urn:microsoft.com/office/officeart/2018/2/layout/IconLabelList"/>
    <dgm:cxn modelId="{E47751F8-FC9B-487B-9E2B-73E41896067D}" type="presParOf" srcId="{8D35F6D2-CC05-416A-998C-1077FC5FDA84}" destId="{928D22B3-2E5C-43AC-9E45-4824A38EC91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875B20-FD29-4868-9C3D-89B2CD3AC4DD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C7F3293-E80C-4BB5-A43A-A350941AE8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Created structured relational tables in SQLite for efficient querying</a:t>
          </a:r>
        </a:p>
      </dgm:t>
    </dgm:pt>
    <dgm:pt modelId="{C0DAAF7F-E891-441B-BB6E-68BB08483CA3}" type="parTrans" cxnId="{7C00A271-77B3-436E-A80B-E52822CE9011}">
      <dgm:prSet/>
      <dgm:spPr/>
      <dgm:t>
        <a:bodyPr/>
        <a:lstStyle/>
        <a:p>
          <a:endParaRPr lang="en-US"/>
        </a:p>
      </dgm:t>
    </dgm:pt>
    <dgm:pt modelId="{A2D9132C-7930-467B-914A-ECA9D03ECB3A}" type="sibTrans" cxnId="{7C00A271-77B3-436E-A80B-E52822CE9011}">
      <dgm:prSet/>
      <dgm:spPr/>
      <dgm:t>
        <a:bodyPr/>
        <a:lstStyle/>
        <a:p>
          <a:endParaRPr lang="en-US"/>
        </a:p>
      </dgm:t>
    </dgm:pt>
    <dgm:pt modelId="{0BF01EF1-77B3-4F33-A842-02CE305F49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Converted Hr1–Hr24 columns into unified timestamp format</a:t>
          </a:r>
        </a:p>
      </dgm:t>
    </dgm:pt>
    <dgm:pt modelId="{2681D748-E65D-4A3D-8BDA-042DF5742435}" type="parTrans" cxnId="{D23F3DE5-9887-468C-9474-8496822F0629}">
      <dgm:prSet/>
      <dgm:spPr/>
      <dgm:t>
        <a:bodyPr/>
        <a:lstStyle/>
        <a:p>
          <a:endParaRPr lang="en-US"/>
        </a:p>
      </dgm:t>
    </dgm:pt>
    <dgm:pt modelId="{6EDBCA80-A447-4794-9433-E06AC02D910F}" type="sibTrans" cxnId="{D23F3DE5-9887-468C-9474-8496822F0629}">
      <dgm:prSet/>
      <dgm:spPr/>
      <dgm:t>
        <a:bodyPr/>
        <a:lstStyle/>
        <a:p>
          <a:endParaRPr lang="en-US"/>
        </a:p>
      </dgm:t>
    </dgm:pt>
    <dgm:pt modelId="{0067A61A-9624-4A7E-8120-9EC8EF3652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Validated daily 24-hour data completeness and integrity</a:t>
          </a:r>
        </a:p>
      </dgm:t>
    </dgm:pt>
    <dgm:pt modelId="{E57A7059-A08F-4023-B51E-1A1669407C29}" type="parTrans" cxnId="{AEA3C4B1-3403-459E-8C88-0C5067F3C1FC}">
      <dgm:prSet/>
      <dgm:spPr/>
      <dgm:t>
        <a:bodyPr/>
        <a:lstStyle/>
        <a:p>
          <a:endParaRPr lang="en-US"/>
        </a:p>
      </dgm:t>
    </dgm:pt>
    <dgm:pt modelId="{A369D2B6-F8D9-4F5C-B225-7C426A19ECD5}" type="sibTrans" cxnId="{AEA3C4B1-3403-459E-8C88-0C5067F3C1FC}">
      <dgm:prSet/>
      <dgm:spPr/>
      <dgm:t>
        <a:bodyPr/>
        <a:lstStyle/>
        <a:p>
          <a:endParaRPr lang="en-US"/>
        </a:p>
      </dgm:t>
    </dgm:pt>
    <dgm:pt modelId="{AB9B0562-AF71-4DEA-AB83-9927B4CA37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Prepared modeling-ready dataset for Python time-series forecasting</a:t>
          </a:r>
        </a:p>
      </dgm:t>
    </dgm:pt>
    <dgm:pt modelId="{2BB68D59-FD8B-419C-A0F7-1A6388D5FBE9}" type="parTrans" cxnId="{AA0026EB-C0A6-4501-81E1-8D0D3D792F7B}">
      <dgm:prSet/>
      <dgm:spPr/>
      <dgm:t>
        <a:bodyPr/>
        <a:lstStyle/>
        <a:p>
          <a:endParaRPr lang="en-US"/>
        </a:p>
      </dgm:t>
    </dgm:pt>
    <dgm:pt modelId="{EA76880E-5445-4B58-9029-D00E9678FB93}" type="sibTrans" cxnId="{AA0026EB-C0A6-4501-81E1-8D0D3D792F7B}">
      <dgm:prSet/>
      <dgm:spPr/>
      <dgm:t>
        <a:bodyPr/>
        <a:lstStyle/>
        <a:p>
          <a:endParaRPr lang="en-US"/>
        </a:p>
      </dgm:t>
    </dgm:pt>
    <dgm:pt modelId="{397F7F8C-40AC-44BE-842C-406FBE87D6AF}" type="pres">
      <dgm:prSet presAssocID="{A5875B20-FD29-4868-9C3D-89B2CD3AC4DD}" presName="root" presStyleCnt="0">
        <dgm:presLayoutVars>
          <dgm:dir/>
          <dgm:resizeHandles val="exact"/>
        </dgm:presLayoutVars>
      </dgm:prSet>
      <dgm:spPr/>
    </dgm:pt>
    <dgm:pt modelId="{DD0B0ADF-CE73-4578-BA8D-38E6EFD455B2}" type="pres">
      <dgm:prSet presAssocID="{1C7F3293-E80C-4BB5-A43A-A350941AE8A9}" presName="compNode" presStyleCnt="0"/>
      <dgm:spPr/>
    </dgm:pt>
    <dgm:pt modelId="{07D8E871-9D56-4333-AD30-9E77796B86F0}" type="pres">
      <dgm:prSet presAssocID="{1C7F3293-E80C-4BB5-A43A-A350941AE8A9}" presName="bgRect" presStyleLbl="bgShp" presStyleIdx="0" presStyleCnt="4"/>
      <dgm:spPr/>
    </dgm:pt>
    <dgm:pt modelId="{26B7B8FE-3204-4E73-B140-CE0EFCE1E2FF}" type="pres">
      <dgm:prSet presAssocID="{1C7F3293-E80C-4BB5-A43A-A350941AE8A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F9784BC-DEA9-4689-A7EE-C8E35EC9EDA2}" type="pres">
      <dgm:prSet presAssocID="{1C7F3293-E80C-4BB5-A43A-A350941AE8A9}" presName="spaceRect" presStyleCnt="0"/>
      <dgm:spPr/>
    </dgm:pt>
    <dgm:pt modelId="{981BE81B-C097-4772-B309-FCDAB14E653E}" type="pres">
      <dgm:prSet presAssocID="{1C7F3293-E80C-4BB5-A43A-A350941AE8A9}" presName="parTx" presStyleLbl="revTx" presStyleIdx="0" presStyleCnt="4">
        <dgm:presLayoutVars>
          <dgm:chMax val="0"/>
          <dgm:chPref val="0"/>
        </dgm:presLayoutVars>
      </dgm:prSet>
      <dgm:spPr/>
    </dgm:pt>
    <dgm:pt modelId="{AE055957-0124-4995-B803-8EB754BFC975}" type="pres">
      <dgm:prSet presAssocID="{A2D9132C-7930-467B-914A-ECA9D03ECB3A}" presName="sibTrans" presStyleCnt="0"/>
      <dgm:spPr/>
    </dgm:pt>
    <dgm:pt modelId="{F5578BC8-1F84-4937-B094-CEF47CB0706F}" type="pres">
      <dgm:prSet presAssocID="{0BF01EF1-77B3-4F33-A842-02CE305F49E0}" presName="compNode" presStyleCnt="0"/>
      <dgm:spPr/>
    </dgm:pt>
    <dgm:pt modelId="{AA435D88-8091-419E-8A8C-A2B89F7A98B0}" type="pres">
      <dgm:prSet presAssocID="{0BF01EF1-77B3-4F33-A842-02CE305F49E0}" presName="bgRect" presStyleLbl="bgShp" presStyleIdx="1" presStyleCnt="4"/>
      <dgm:spPr/>
    </dgm:pt>
    <dgm:pt modelId="{92FD6A8B-9DD6-4074-BE52-88B2FFB4C9FC}" type="pres">
      <dgm:prSet presAssocID="{0BF01EF1-77B3-4F33-A842-02CE305F49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970EC2B-06BD-4E33-879E-68DB10E4C20D}" type="pres">
      <dgm:prSet presAssocID="{0BF01EF1-77B3-4F33-A842-02CE305F49E0}" presName="spaceRect" presStyleCnt="0"/>
      <dgm:spPr/>
    </dgm:pt>
    <dgm:pt modelId="{EE06552C-679E-46C9-B281-8246B0C7B255}" type="pres">
      <dgm:prSet presAssocID="{0BF01EF1-77B3-4F33-A842-02CE305F49E0}" presName="parTx" presStyleLbl="revTx" presStyleIdx="1" presStyleCnt="4">
        <dgm:presLayoutVars>
          <dgm:chMax val="0"/>
          <dgm:chPref val="0"/>
        </dgm:presLayoutVars>
      </dgm:prSet>
      <dgm:spPr/>
    </dgm:pt>
    <dgm:pt modelId="{60983580-C8CB-4D3D-9B71-79612E06A424}" type="pres">
      <dgm:prSet presAssocID="{6EDBCA80-A447-4794-9433-E06AC02D910F}" presName="sibTrans" presStyleCnt="0"/>
      <dgm:spPr/>
    </dgm:pt>
    <dgm:pt modelId="{389BCC8E-E4E3-4C61-A542-4FDB0DCA5B25}" type="pres">
      <dgm:prSet presAssocID="{0067A61A-9624-4A7E-8120-9EC8EF365268}" presName="compNode" presStyleCnt="0"/>
      <dgm:spPr/>
    </dgm:pt>
    <dgm:pt modelId="{71BE90D9-EAEF-4231-80FB-B2D3AFD2F7AB}" type="pres">
      <dgm:prSet presAssocID="{0067A61A-9624-4A7E-8120-9EC8EF365268}" presName="bgRect" presStyleLbl="bgShp" presStyleIdx="2" presStyleCnt="4"/>
      <dgm:spPr/>
    </dgm:pt>
    <dgm:pt modelId="{7F577CEB-3446-4D47-A6D7-10558659A6AD}" type="pres">
      <dgm:prSet presAssocID="{0067A61A-9624-4A7E-8120-9EC8EF36526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8C595B2-A935-451A-BADE-7282E9749AAB}" type="pres">
      <dgm:prSet presAssocID="{0067A61A-9624-4A7E-8120-9EC8EF365268}" presName="spaceRect" presStyleCnt="0"/>
      <dgm:spPr/>
    </dgm:pt>
    <dgm:pt modelId="{CBA14143-4836-43E0-9778-002D3C7C6C3D}" type="pres">
      <dgm:prSet presAssocID="{0067A61A-9624-4A7E-8120-9EC8EF365268}" presName="parTx" presStyleLbl="revTx" presStyleIdx="2" presStyleCnt="4">
        <dgm:presLayoutVars>
          <dgm:chMax val="0"/>
          <dgm:chPref val="0"/>
        </dgm:presLayoutVars>
      </dgm:prSet>
      <dgm:spPr/>
    </dgm:pt>
    <dgm:pt modelId="{2B3D1695-F465-4FAF-A613-9BAEF5A9925D}" type="pres">
      <dgm:prSet presAssocID="{A369D2B6-F8D9-4F5C-B225-7C426A19ECD5}" presName="sibTrans" presStyleCnt="0"/>
      <dgm:spPr/>
    </dgm:pt>
    <dgm:pt modelId="{49EFCB90-F280-45E4-8FED-3A474CBF47CD}" type="pres">
      <dgm:prSet presAssocID="{AB9B0562-AF71-4DEA-AB83-9927B4CA37D1}" presName="compNode" presStyleCnt="0"/>
      <dgm:spPr/>
    </dgm:pt>
    <dgm:pt modelId="{B813D870-2181-4B6A-9D5F-070D2568E87A}" type="pres">
      <dgm:prSet presAssocID="{AB9B0562-AF71-4DEA-AB83-9927B4CA37D1}" presName="bgRect" presStyleLbl="bgShp" presStyleIdx="3" presStyleCnt="4"/>
      <dgm:spPr/>
    </dgm:pt>
    <dgm:pt modelId="{D7ED9076-97A0-4B0F-ADB3-BFFFBD72DB65}" type="pres">
      <dgm:prSet presAssocID="{AB9B0562-AF71-4DEA-AB83-9927B4CA37D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A83EF0D-83EE-4E3C-BA77-7105C8BA866C}" type="pres">
      <dgm:prSet presAssocID="{AB9B0562-AF71-4DEA-AB83-9927B4CA37D1}" presName="spaceRect" presStyleCnt="0"/>
      <dgm:spPr/>
    </dgm:pt>
    <dgm:pt modelId="{187EA22F-47E8-4563-BBD8-C02EADD6711B}" type="pres">
      <dgm:prSet presAssocID="{AB9B0562-AF71-4DEA-AB83-9927B4CA37D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B05D18-D3DA-42BF-A557-8181D760ECAE}" type="presOf" srcId="{AB9B0562-AF71-4DEA-AB83-9927B4CA37D1}" destId="{187EA22F-47E8-4563-BBD8-C02EADD6711B}" srcOrd="0" destOrd="0" presId="urn:microsoft.com/office/officeart/2018/2/layout/IconVerticalSolidList"/>
    <dgm:cxn modelId="{20796132-C04E-4D59-846E-47278DDBAAF7}" type="presOf" srcId="{0067A61A-9624-4A7E-8120-9EC8EF365268}" destId="{CBA14143-4836-43E0-9778-002D3C7C6C3D}" srcOrd="0" destOrd="0" presId="urn:microsoft.com/office/officeart/2018/2/layout/IconVerticalSolidList"/>
    <dgm:cxn modelId="{7C00A271-77B3-436E-A80B-E52822CE9011}" srcId="{A5875B20-FD29-4868-9C3D-89B2CD3AC4DD}" destId="{1C7F3293-E80C-4BB5-A43A-A350941AE8A9}" srcOrd="0" destOrd="0" parTransId="{C0DAAF7F-E891-441B-BB6E-68BB08483CA3}" sibTransId="{A2D9132C-7930-467B-914A-ECA9D03ECB3A}"/>
    <dgm:cxn modelId="{79113859-EBEC-487E-B8FB-6D0F6CA58AEB}" type="presOf" srcId="{A5875B20-FD29-4868-9C3D-89B2CD3AC4DD}" destId="{397F7F8C-40AC-44BE-842C-406FBE87D6AF}" srcOrd="0" destOrd="0" presId="urn:microsoft.com/office/officeart/2018/2/layout/IconVerticalSolidList"/>
    <dgm:cxn modelId="{AEA3C4B1-3403-459E-8C88-0C5067F3C1FC}" srcId="{A5875B20-FD29-4868-9C3D-89B2CD3AC4DD}" destId="{0067A61A-9624-4A7E-8120-9EC8EF365268}" srcOrd="2" destOrd="0" parTransId="{E57A7059-A08F-4023-B51E-1A1669407C29}" sibTransId="{A369D2B6-F8D9-4F5C-B225-7C426A19ECD5}"/>
    <dgm:cxn modelId="{1973E5BE-EE2A-4ADD-8F5F-71988A3BEC42}" type="presOf" srcId="{0BF01EF1-77B3-4F33-A842-02CE305F49E0}" destId="{EE06552C-679E-46C9-B281-8246B0C7B255}" srcOrd="0" destOrd="0" presId="urn:microsoft.com/office/officeart/2018/2/layout/IconVerticalSolidList"/>
    <dgm:cxn modelId="{BA83CAC3-A612-4309-98B5-E599E872FB0D}" type="presOf" srcId="{1C7F3293-E80C-4BB5-A43A-A350941AE8A9}" destId="{981BE81B-C097-4772-B309-FCDAB14E653E}" srcOrd="0" destOrd="0" presId="urn:microsoft.com/office/officeart/2018/2/layout/IconVerticalSolidList"/>
    <dgm:cxn modelId="{D23F3DE5-9887-468C-9474-8496822F0629}" srcId="{A5875B20-FD29-4868-9C3D-89B2CD3AC4DD}" destId="{0BF01EF1-77B3-4F33-A842-02CE305F49E0}" srcOrd="1" destOrd="0" parTransId="{2681D748-E65D-4A3D-8BDA-042DF5742435}" sibTransId="{6EDBCA80-A447-4794-9433-E06AC02D910F}"/>
    <dgm:cxn modelId="{AA0026EB-C0A6-4501-81E1-8D0D3D792F7B}" srcId="{A5875B20-FD29-4868-9C3D-89B2CD3AC4DD}" destId="{AB9B0562-AF71-4DEA-AB83-9927B4CA37D1}" srcOrd="3" destOrd="0" parTransId="{2BB68D59-FD8B-419C-A0F7-1A6388D5FBE9}" sibTransId="{EA76880E-5445-4B58-9029-D00E9678FB93}"/>
    <dgm:cxn modelId="{540E409D-4B37-44F7-A39C-9CA7D579AF64}" type="presParOf" srcId="{397F7F8C-40AC-44BE-842C-406FBE87D6AF}" destId="{DD0B0ADF-CE73-4578-BA8D-38E6EFD455B2}" srcOrd="0" destOrd="0" presId="urn:microsoft.com/office/officeart/2018/2/layout/IconVerticalSolidList"/>
    <dgm:cxn modelId="{EE437DAE-2206-4F43-90BE-501E8D3A74FA}" type="presParOf" srcId="{DD0B0ADF-CE73-4578-BA8D-38E6EFD455B2}" destId="{07D8E871-9D56-4333-AD30-9E77796B86F0}" srcOrd="0" destOrd="0" presId="urn:microsoft.com/office/officeart/2018/2/layout/IconVerticalSolidList"/>
    <dgm:cxn modelId="{4A17F94B-2B17-4D41-B718-4DF8ED8F931E}" type="presParOf" srcId="{DD0B0ADF-CE73-4578-BA8D-38E6EFD455B2}" destId="{26B7B8FE-3204-4E73-B140-CE0EFCE1E2FF}" srcOrd="1" destOrd="0" presId="urn:microsoft.com/office/officeart/2018/2/layout/IconVerticalSolidList"/>
    <dgm:cxn modelId="{47538AD5-811E-4A42-99BB-0A19523C3F4A}" type="presParOf" srcId="{DD0B0ADF-CE73-4578-BA8D-38E6EFD455B2}" destId="{8F9784BC-DEA9-4689-A7EE-C8E35EC9EDA2}" srcOrd="2" destOrd="0" presId="urn:microsoft.com/office/officeart/2018/2/layout/IconVerticalSolidList"/>
    <dgm:cxn modelId="{9226FD58-CF14-42D8-9539-26929C6A2967}" type="presParOf" srcId="{DD0B0ADF-CE73-4578-BA8D-38E6EFD455B2}" destId="{981BE81B-C097-4772-B309-FCDAB14E653E}" srcOrd="3" destOrd="0" presId="urn:microsoft.com/office/officeart/2018/2/layout/IconVerticalSolidList"/>
    <dgm:cxn modelId="{DFABE0D3-D474-44F8-A53D-1978345CF5B9}" type="presParOf" srcId="{397F7F8C-40AC-44BE-842C-406FBE87D6AF}" destId="{AE055957-0124-4995-B803-8EB754BFC975}" srcOrd="1" destOrd="0" presId="urn:microsoft.com/office/officeart/2018/2/layout/IconVerticalSolidList"/>
    <dgm:cxn modelId="{7522D9F6-1FFB-4462-B58F-009CA2BFA839}" type="presParOf" srcId="{397F7F8C-40AC-44BE-842C-406FBE87D6AF}" destId="{F5578BC8-1F84-4937-B094-CEF47CB0706F}" srcOrd="2" destOrd="0" presId="urn:microsoft.com/office/officeart/2018/2/layout/IconVerticalSolidList"/>
    <dgm:cxn modelId="{6F9240B5-F3E2-47CC-A9EB-3485129FCDDA}" type="presParOf" srcId="{F5578BC8-1F84-4937-B094-CEF47CB0706F}" destId="{AA435D88-8091-419E-8A8C-A2B89F7A98B0}" srcOrd="0" destOrd="0" presId="urn:microsoft.com/office/officeart/2018/2/layout/IconVerticalSolidList"/>
    <dgm:cxn modelId="{A66D7E56-83FA-4548-AA7A-ED80D64FA9CE}" type="presParOf" srcId="{F5578BC8-1F84-4937-B094-CEF47CB0706F}" destId="{92FD6A8B-9DD6-4074-BE52-88B2FFB4C9FC}" srcOrd="1" destOrd="0" presId="urn:microsoft.com/office/officeart/2018/2/layout/IconVerticalSolidList"/>
    <dgm:cxn modelId="{D88280A0-88BD-46EE-9AE1-CB57510D1ABD}" type="presParOf" srcId="{F5578BC8-1F84-4937-B094-CEF47CB0706F}" destId="{6970EC2B-06BD-4E33-879E-68DB10E4C20D}" srcOrd="2" destOrd="0" presId="urn:microsoft.com/office/officeart/2018/2/layout/IconVerticalSolidList"/>
    <dgm:cxn modelId="{4DAA5D0D-2714-41F4-8BCD-8796DDA87B38}" type="presParOf" srcId="{F5578BC8-1F84-4937-B094-CEF47CB0706F}" destId="{EE06552C-679E-46C9-B281-8246B0C7B255}" srcOrd="3" destOrd="0" presId="urn:microsoft.com/office/officeart/2018/2/layout/IconVerticalSolidList"/>
    <dgm:cxn modelId="{381F8BBD-A1D7-4668-800D-DBFE25CBE5ED}" type="presParOf" srcId="{397F7F8C-40AC-44BE-842C-406FBE87D6AF}" destId="{60983580-C8CB-4D3D-9B71-79612E06A424}" srcOrd="3" destOrd="0" presId="urn:microsoft.com/office/officeart/2018/2/layout/IconVerticalSolidList"/>
    <dgm:cxn modelId="{5F01464F-1CAD-4930-BAA4-5E94764E876D}" type="presParOf" srcId="{397F7F8C-40AC-44BE-842C-406FBE87D6AF}" destId="{389BCC8E-E4E3-4C61-A542-4FDB0DCA5B25}" srcOrd="4" destOrd="0" presId="urn:microsoft.com/office/officeart/2018/2/layout/IconVerticalSolidList"/>
    <dgm:cxn modelId="{D9A03CA7-2607-48A3-B2F6-849B1E4909D5}" type="presParOf" srcId="{389BCC8E-E4E3-4C61-A542-4FDB0DCA5B25}" destId="{71BE90D9-EAEF-4231-80FB-B2D3AFD2F7AB}" srcOrd="0" destOrd="0" presId="urn:microsoft.com/office/officeart/2018/2/layout/IconVerticalSolidList"/>
    <dgm:cxn modelId="{9552E615-25C0-4729-9104-7B8FE07F730E}" type="presParOf" srcId="{389BCC8E-E4E3-4C61-A542-4FDB0DCA5B25}" destId="{7F577CEB-3446-4D47-A6D7-10558659A6AD}" srcOrd="1" destOrd="0" presId="urn:microsoft.com/office/officeart/2018/2/layout/IconVerticalSolidList"/>
    <dgm:cxn modelId="{675B0210-E86C-4C33-8BFE-5E9120C45878}" type="presParOf" srcId="{389BCC8E-E4E3-4C61-A542-4FDB0DCA5B25}" destId="{B8C595B2-A935-451A-BADE-7282E9749AAB}" srcOrd="2" destOrd="0" presId="urn:microsoft.com/office/officeart/2018/2/layout/IconVerticalSolidList"/>
    <dgm:cxn modelId="{AD11AF43-DDD5-40D3-8587-8F072ABCAF58}" type="presParOf" srcId="{389BCC8E-E4E3-4C61-A542-4FDB0DCA5B25}" destId="{CBA14143-4836-43E0-9778-002D3C7C6C3D}" srcOrd="3" destOrd="0" presId="urn:microsoft.com/office/officeart/2018/2/layout/IconVerticalSolidList"/>
    <dgm:cxn modelId="{8BB3B462-C237-4880-B684-51CDEBEEC4C6}" type="presParOf" srcId="{397F7F8C-40AC-44BE-842C-406FBE87D6AF}" destId="{2B3D1695-F465-4FAF-A613-9BAEF5A9925D}" srcOrd="5" destOrd="0" presId="urn:microsoft.com/office/officeart/2018/2/layout/IconVerticalSolidList"/>
    <dgm:cxn modelId="{EC5A4A3D-1BB8-489F-9DA0-79749757A1DD}" type="presParOf" srcId="{397F7F8C-40AC-44BE-842C-406FBE87D6AF}" destId="{49EFCB90-F280-45E4-8FED-3A474CBF47CD}" srcOrd="6" destOrd="0" presId="urn:microsoft.com/office/officeart/2018/2/layout/IconVerticalSolidList"/>
    <dgm:cxn modelId="{AE96176A-E2CF-4C1D-9D92-2656AEA7CB6E}" type="presParOf" srcId="{49EFCB90-F280-45E4-8FED-3A474CBF47CD}" destId="{B813D870-2181-4B6A-9D5F-070D2568E87A}" srcOrd="0" destOrd="0" presId="urn:microsoft.com/office/officeart/2018/2/layout/IconVerticalSolidList"/>
    <dgm:cxn modelId="{B4CF716E-0983-468D-ABC6-E3C750C9EEEA}" type="presParOf" srcId="{49EFCB90-F280-45E4-8FED-3A474CBF47CD}" destId="{D7ED9076-97A0-4B0F-ADB3-BFFFBD72DB65}" srcOrd="1" destOrd="0" presId="urn:microsoft.com/office/officeart/2018/2/layout/IconVerticalSolidList"/>
    <dgm:cxn modelId="{9365272C-A8E2-48E2-8EDD-90B5C3959345}" type="presParOf" srcId="{49EFCB90-F280-45E4-8FED-3A474CBF47CD}" destId="{CA83EF0D-83EE-4E3C-BA77-7105C8BA866C}" srcOrd="2" destOrd="0" presId="urn:microsoft.com/office/officeart/2018/2/layout/IconVerticalSolidList"/>
    <dgm:cxn modelId="{92B871BA-FD1A-4B95-BC37-7D8FC8267F37}" type="presParOf" srcId="{49EFCB90-F280-45E4-8FED-3A474CBF47CD}" destId="{187EA22F-47E8-4563-BBD8-C02EADD671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920E72-42BC-47BF-B567-01EBF416B21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070DF6E-EE8D-4167-80CF-4164E687E33E}">
      <dgm:prSet/>
      <dgm:spPr/>
      <dgm:t>
        <a:bodyPr/>
        <a:lstStyle/>
        <a:p>
          <a:r>
            <a:rPr lang="en-US" dirty="0"/>
            <a:t>Strong daily cyclical demand patterns observed across the dataset</a:t>
          </a:r>
        </a:p>
      </dgm:t>
    </dgm:pt>
    <dgm:pt modelId="{3754ADD5-90BD-4ADB-A25A-3922667CBD7F}" type="parTrans" cxnId="{2E9E0BAC-B5A9-4D81-A888-DCB3F85D2052}">
      <dgm:prSet/>
      <dgm:spPr/>
      <dgm:t>
        <a:bodyPr/>
        <a:lstStyle/>
        <a:p>
          <a:endParaRPr lang="en-US"/>
        </a:p>
      </dgm:t>
    </dgm:pt>
    <dgm:pt modelId="{7CCC6530-365F-4E8B-AEFB-89A96C904A7B}" type="sibTrans" cxnId="{2E9E0BAC-B5A9-4D81-A888-DCB3F85D2052}">
      <dgm:prSet/>
      <dgm:spPr/>
      <dgm:t>
        <a:bodyPr/>
        <a:lstStyle/>
        <a:p>
          <a:endParaRPr lang="en-US"/>
        </a:p>
      </dgm:t>
    </dgm:pt>
    <dgm:pt modelId="{4C611DC3-205B-4A21-8E7C-B54086B8366D}">
      <dgm:prSet/>
      <dgm:spPr/>
      <dgm:t>
        <a:bodyPr/>
        <a:lstStyle/>
        <a:p>
          <a:r>
            <a:rPr lang="en-US" dirty="0"/>
            <a:t>Significantly higher electricity consumption during business hours (9 AM – 6 PM)</a:t>
          </a:r>
        </a:p>
      </dgm:t>
    </dgm:pt>
    <dgm:pt modelId="{CB07B659-C961-46A0-BAC8-53E44338D644}" type="parTrans" cxnId="{DB925F2F-2C26-4A88-9BB1-5B0A91657930}">
      <dgm:prSet/>
      <dgm:spPr/>
      <dgm:t>
        <a:bodyPr/>
        <a:lstStyle/>
        <a:p>
          <a:endParaRPr lang="en-US"/>
        </a:p>
      </dgm:t>
    </dgm:pt>
    <dgm:pt modelId="{8C0C577C-B308-40D5-AF8B-E9E47919F2EF}" type="sibTrans" cxnId="{DB925F2F-2C26-4A88-9BB1-5B0A91657930}">
      <dgm:prSet/>
      <dgm:spPr/>
      <dgm:t>
        <a:bodyPr/>
        <a:lstStyle/>
        <a:p>
          <a:endParaRPr lang="en-US"/>
        </a:p>
      </dgm:t>
    </dgm:pt>
    <dgm:pt modelId="{4D2F9727-4F5B-48D9-B98A-0A822ADDFC8D}">
      <dgm:prSet/>
      <dgm:spPr/>
      <dgm:t>
        <a:bodyPr/>
        <a:lstStyle/>
        <a:p>
          <a:r>
            <a:rPr lang="en-US" dirty="0"/>
            <a:t>Consistently lower demand during overnight periods</a:t>
          </a:r>
        </a:p>
      </dgm:t>
    </dgm:pt>
    <dgm:pt modelId="{24C44E53-E809-4C9E-B599-97D39547D2DA}" type="parTrans" cxnId="{EF8651F8-E6C0-490C-B029-8AD3D1897B42}">
      <dgm:prSet/>
      <dgm:spPr/>
      <dgm:t>
        <a:bodyPr/>
        <a:lstStyle/>
        <a:p>
          <a:endParaRPr lang="en-US"/>
        </a:p>
      </dgm:t>
    </dgm:pt>
    <dgm:pt modelId="{2A45AB75-5563-4D2D-B382-128DEB0E8DB6}" type="sibTrans" cxnId="{EF8651F8-E6C0-490C-B029-8AD3D1897B42}">
      <dgm:prSet/>
      <dgm:spPr/>
      <dgm:t>
        <a:bodyPr/>
        <a:lstStyle/>
        <a:p>
          <a:endParaRPr lang="en-US"/>
        </a:p>
      </dgm:t>
    </dgm:pt>
    <dgm:pt modelId="{6C41080E-9CCD-42D9-BC98-D8F80B3FF72A}">
      <dgm:prSet/>
      <dgm:spPr/>
      <dgm:t>
        <a:bodyPr/>
        <a:lstStyle/>
        <a:p>
          <a:r>
            <a:rPr lang="en-US" dirty="0"/>
            <a:t>Distinct and recurring peak load intervals identified</a:t>
          </a:r>
        </a:p>
      </dgm:t>
    </dgm:pt>
    <dgm:pt modelId="{89408856-ED80-44EB-8C83-7A34B7EA15F9}" type="parTrans" cxnId="{62C3A9B2-6B46-4DDB-9302-0393FFF5F0CF}">
      <dgm:prSet/>
      <dgm:spPr/>
      <dgm:t>
        <a:bodyPr/>
        <a:lstStyle/>
        <a:p>
          <a:endParaRPr lang="en-US"/>
        </a:p>
      </dgm:t>
    </dgm:pt>
    <dgm:pt modelId="{5A75AA03-ECA3-4E02-A007-B96B90379D74}" type="sibTrans" cxnId="{62C3A9B2-6B46-4DDB-9302-0393FFF5F0CF}">
      <dgm:prSet/>
      <dgm:spPr/>
      <dgm:t>
        <a:bodyPr/>
        <a:lstStyle/>
        <a:p>
          <a:endParaRPr lang="en-US"/>
        </a:p>
      </dgm:t>
    </dgm:pt>
    <dgm:pt modelId="{F04B7371-92F7-4512-8088-9D1CB31B760F}" type="pres">
      <dgm:prSet presAssocID="{95920E72-42BC-47BF-B567-01EBF416B214}" presName="vert0" presStyleCnt="0">
        <dgm:presLayoutVars>
          <dgm:dir/>
          <dgm:animOne val="branch"/>
          <dgm:animLvl val="lvl"/>
        </dgm:presLayoutVars>
      </dgm:prSet>
      <dgm:spPr/>
    </dgm:pt>
    <dgm:pt modelId="{5B767400-1FB9-432F-A14C-659A38AB4E9B}" type="pres">
      <dgm:prSet presAssocID="{5070DF6E-EE8D-4167-80CF-4164E687E33E}" presName="thickLine" presStyleLbl="alignNode1" presStyleIdx="0" presStyleCnt="4"/>
      <dgm:spPr/>
    </dgm:pt>
    <dgm:pt modelId="{913C2D18-8A00-4A77-A887-D9154B0D0F20}" type="pres">
      <dgm:prSet presAssocID="{5070DF6E-EE8D-4167-80CF-4164E687E33E}" presName="horz1" presStyleCnt="0"/>
      <dgm:spPr/>
    </dgm:pt>
    <dgm:pt modelId="{1E3088E7-972C-4543-8A25-D8DFF538E608}" type="pres">
      <dgm:prSet presAssocID="{5070DF6E-EE8D-4167-80CF-4164E687E33E}" presName="tx1" presStyleLbl="revTx" presStyleIdx="0" presStyleCnt="4"/>
      <dgm:spPr/>
    </dgm:pt>
    <dgm:pt modelId="{0E3150F3-2D29-4961-850A-1D9C4914C7F5}" type="pres">
      <dgm:prSet presAssocID="{5070DF6E-EE8D-4167-80CF-4164E687E33E}" presName="vert1" presStyleCnt="0"/>
      <dgm:spPr/>
    </dgm:pt>
    <dgm:pt modelId="{8C16506B-C204-47AB-A218-FBE1AA682E6C}" type="pres">
      <dgm:prSet presAssocID="{4C611DC3-205B-4A21-8E7C-B54086B8366D}" presName="thickLine" presStyleLbl="alignNode1" presStyleIdx="1" presStyleCnt="4"/>
      <dgm:spPr/>
    </dgm:pt>
    <dgm:pt modelId="{10928C8E-B790-4ED6-8F57-AE02A3388E57}" type="pres">
      <dgm:prSet presAssocID="{4C611DC3-205B-4A21-8E7C-B54086B8366D}" presName="horz1" presStyleCnt="0"/>
      <dgm:spPr/>
    </dgm:pt>
    <dgm:pt modelId="{20D9E051-3C66-449D-8FA9-3244E2E1D6F2}" type="pres">
      <dgm:prSet presAssocID="{4C611DC3-205B-4A21-8E7C-B54086B8366D}" presName="tx1" presStyleLbl="revTx" presStyleIdx="1" presStyleCnt="4"/>
      <dgm:spPr/>
    </dgm:pt>
    <dgm:pt modelId="{FEC86F90-0579-4218-8B9B-36A2EE4E4064}" type="pres">
      <dgm:prSet presAssocID="{4C611DC3-205B-4A21-8E7C-B54086B8366D}" presName="vert1" presStyleCnt="0"/>
      <dgm:spPr/>
    </dgm:pt>
    <dgm:pt modelId="{C290FC1C-F96B-4877-A01D-00F07805158A}" type="pres">
      <dgm:prSet presAssocID="{4D2F9727-4F5B-48D9-B98A-0A822ADDFC8D}" presName="thickLine" presStyleLbl="alignNode1" presStyleIdx="2" presStyleCnt="4"/>
      <dgm:spPr/>
    </dgm:pt>
    <dgm:pt modelId="{C982F869-FA52-4C3E-B638-F9DFD0C77476}" type="pres">
      <dgm:prSet presAssocID="{4D2F9727-4F5B-48D9-B98A-0A822ADDFC8D}" presName="horz1" presStyleCnt="0"/>
      <dgm:spPr/>
    </dgm:pt>
    <dgm:pt modelId="{01F10870-AA84-44A1-9D35-6B5C8EA7E4A0}" type="pres">
      <dgm:prSet presAssocID="{4D2F9727-4F5B-48D9-B98A-0A822ADDFC8D}" presName="tx1" presStyleLbl="revTx" presStyleIdx="2" presStyleCnt="4"/>
      <dgm:spPr/>
    </dgm:pt>
    <dgm:pt modelId="{9DCF27D4-CD03-4985-96FA-990EF6BAFD8D}" type="pres">
      <dgm:prSet presAssocID="{4D2F9727-4F5B-48D9-B98A-0A822ADDFC8D}" presName="vert1" presStyleCnt="0"/>
      <dgm:spPr/>
    </dgm:pt>
    <dgm:pt modelId="{4CE8EF56-CD69-4850-931D-BF0E6F64C7F9}" type="pres">
      <dgm:prSet presAssocID="{6C41080E-9CCD-42D9-BC98-D8F80B3FF72A}" presName="thickLine" presStyleLbl="alignNode1" presStyleIdx="3" presStyleCnt="4"/>
      <dgm:spPr/>
    </dgm:pt>
    <dgm:pt modelId="{945A5A28-44FD-4E48-A277-3476A9F95558}" type="pres">
      <dgm:prSet presAssocID="{6C41080E-9CCD-42D9-BC98-D8F80B3FF72A}" presName="horz1" presStyleCnt="0"/>
      <dgm:spPr/>
    </dgm:pt>
    <dgm:pt modelId="{EB65ED00-EE19-49D8-A5E7-AD44887902A9}" type="pres">
      <dgm:prSet presAssocID="{6C41080E-9CCD-42D9-BC98-D8F80B3FF72A}" presName="tx1" presStyleLbl="revTx" presStyleIdx="3" presStyleCnt="4"/>
      <dgm:spPr/>
    </dgm:pt>
    <dgm:pt modelId="{1340EA96-1CDA-480C-A094-CD61722E94DA}" type="pres">
      <dgm:prSet presAssocID="{6C41080E-9CCD-42D9-BC98-D8F80B3FF72A}" presName="vert1" presStyleCnt="0"/>
      <dgm:spPr/>
    </dgm:pt>
  </dgm:ptLst>
  <dgm:cxnLst>
    <dgm:cxn modelId="{25CDBB05-8F26-4974-A92A-C3A4F6630AD8}" type="presOf" srcId="{95920E72-42BC-47BF-B567-01EBF416B214}" destId="{F04B7371-92F7-4512-8088-9D1CB31B760F}" srcOrd="0" destOrd="0" presId="urn:microsoft.com/office/officeart/2008/layout/LinedList"/>
    <dgm:cxn modelId="{DB925F2F-2C26-4A88-9BB1-5B0A91657930}" srcId="{95920E72-42BC-47BF-B567-01EBF416B214}" destId="{4C611DC3-205B-4A21-8E7C-B54086B8366D}" srcOrd="1" destOrd="0" parTransId="{CB07B659-C961-46A0-BAC8-53E44338D644}" sibTransId="{8C0C577C-B308-40D5-AF8B-E9E47919F2EF}"/>
    <dgm:cxn modelId="{166F795B-201C-4C6D-A1E1-59A85EE725BB}" type="presOf" srcId="{4D2F9727-4F5B-48D9-B98A-0A822ADDFC8D}" destId="{01F10870-AA84-44A1-9D35-6B5C8EA7E4A0}" srcOrd="0" destOrd="0" presId="urn:microsoft.com/office/officeart/2008/layout/LinedList"/>
    <dgm:cxn modelId="{30AC8E81-BCE4-4E45-8E38-3A94DBE549D2}" type="presOf" srcId="{4C611DC3-205B-4A21-8E7C-B54086B8366D}" destId="{20D9E051-3C66-449D-8FA9-3244E2E1D6F2}" srcOrd="0" destOrd="0" presId="urn:microsoft.com/office/officeart/2008/layout/LinedList"/>
    <dgm:cxn modelId="{3836538E-F4DA-48EA-ADDB-13282A18BD4E}" type="presOf" srcId="{5070DF6E-EE8D-4167-80CF-4164E687E33E}" destId="{1E3088E7-972C-4543-8A25-D8DFF538E608}" srcOrd="0" destOrd="0" presId="urn:microsoft.com/office/officeart/2008/layout/LinedList"/>
    <dgm:cxn modelId="{2E9E0BAC-B5A9-4D81-A888-DCB3F85D2052}" srcId="{95920E72-42BC-47BF-B567-01EBF416B214}" destId="{5070DF6E-EE8D-4167-80CF-4164E687E33E}" srcOrd="0" destOrd="0" parTransId="{3754ADD5-90BD-4ADB-A25A-3922667CBD7F}" sibTransId="{7CCC6530-365F-4E8B-AEFB-89A96C904A7B}"/>
    <dgm:cxn modelId="{6C950AAD-CB3D-4CFB-A47F-A50B22AD9DDC}" type="presOf" srcId="{6C41080E-9CCD-42D9-BC98-D8F80B3FF72A}" destId="{EB65ED00-EE19-49D8-A5E7-AD44887902A9}" srcOrd="0" destOrd="0" presId="urn:microsoft.com/office/officeart/2008/layout/LinedList"/>
    <dgm:cxn modelId="{62C3A9B2-6B46-4DDB-9302-0393FFF5F0CF}" srcId="{95920E72-42BC-47BF-B567-01EBF416B214}" destId="{6C41080E-9CCD-42D9-BC98-D8F80B3FF72A}" srcOrd="3" destOrd="0" parTransId="{89408856-ED80-44EB-8C83-7A34B7EA15F9}" sibTransId="{5A75AA03-ECA3-4E02-A007-B96B90379D74}"/>
    <dgm:cxn modelId="{EF8651F8-E6C0-490C-B029-8AD3D1897B42}" srcId="{95920E72-42BC-47BF-B567-01EBF416B214}" destId="{4D2F9727-4F5B-48D9-B98A-0A822ADDFC8D}" srcOrd="2" destOrd="0" parTransId="{24C44E53-E809-4C9E-B599-97D39547D2DA}" sibTransId="{2A45AB75-5563-4D2D-B382-128DEB0E8DB6}"/>
    <dgm:cxn modelId="{5B5EDBD0-81C8-4711-B3F6-DEB578F8927B}" type="presParOf" srcId="{F04B7371-92F7-4512-8088-9D1CB31B760F}" destId="{5B767400-1FB9-432F-A14C-659A38AB4E9B}" srcOrd="0" destOrd="0" presId="urn:microsoft.com/office/officeart/2008/layout/LinedList"/>
    <dgm:cxn modelId="{50EE8F37-98D0-45FC-9C6F-2429AF68E056}" type="presParOf" srcId="{F04B7371-92F7-4512-8088-9D1CB31B760F}" destId="{913C2D18-8A00-4A77-A887-D9154B0D0F20}" srcOrd="1" destOrd="0" presId="urn:microsoft.com/office/officeart/2008/layout/LinedList"/>
    <dgm:cxn modelId="{F20581E1-020B-40A8-9433-FB236D0064FA}" type="presParOf" srcId="{913C2D18-8A00-4A77-A887-D9154B0D0F20}" destId="{1E3088E7-972C-4543-8A25-D8DFF538E608}" srcOrd="0" destOrd="0" presId="urn:microsoft.com/office/officeart/2008/layout/LinedList"/>
    <dgm:cxn modelId="{518213AA-0F45-401A-BBD2-D4DD6C6749F4}" type="presParOf" srcId="{913C2D18-8A00-4A77-A887-D9154B0D0F20}" destId="{0E3150F3-2D29-4961-850A-1D9C4914C7F5}" srcOrd="1" destOrd="0" presId="urn:microsoft.com/office/officeart/2008/layout/LinedList"/>
    <dgm:cxn modelId="{1EFF883D-C107-4CD5-AEFD-CBB14C9D589B}" type="presParOf" srcId="{F04B7371-92F7-4512-8088-9D1CB31B760F}" destId="{8C16506B-C204-47AB-A218-FBE1AA682E6C}" srcOrd="2" destOrd="0" presId="urn:microsoft.com/office/officeart/2008/layout/LinedList"/>
    <dgm:cxn modelId="{631C8DF9-7A88-4F73-B646-AC7B7EC4A37D}" type="presParOf" srcId="{F04B7371-92F7-4512-8088-9D1CB31B760F}" destId="{10928C8E-B790-4ED6-8F57-AE02A3388E57}" srcOrd="3" destOrd="0" presId="urn:microsoft.com/office/officeart/2008/layout/LinedList"/>
    <dgm:cxn modelId="{EF063F8B-5873-4096-928C-5D0BB0A63F99}" type="presParOf" srcId="{10928C8E-B790-4ED6-8F57-AE02A3388E57}" destId="{20D9E051-3C66-449D-8FA9-3244E2E1D6F2}" srcOrd="0" destOrd="0" presId="urn:microsoft.com/office/officeart/2008/layout/LinedList"/>
    <dgm:cxn modelId="{7FB40CD5-7D04-49D8-951F-46B70838C012}" type="presParOf" srcId="{10928C8E-B790-4ED6-8F57-AE02A3388E57}" destId="{FEC86F90-0579-4218-8B9B-36A2EE4E4064}" srcOrd="1" destOrd="0" presId="urn:microsoft.com/office/officeart/2008/layout/LinedList"/>
    <dgm:cxn modelId="{C1A7FF5D-0DDA-4A0F-BDD4-93FD86775B82}" type="presParOf" srcId="{F04B7371-92F7-4512-8088-9D1CB31B760F}" destId="{C290FC1C-F96B-4877-A01D-00F07805158A}" srcOrd="4" destOrd="0" presId="urn:microsoft.com/office/officeart/2008/layout/LinedList"/>
    <dgm:cxn modelId="{C990D278-77B1-4719-BD9F-0EC9DDE351D3}" type="presParOf" srcId="{F04B7371-92F7-4512-8088-9D1CB31B760F}" destId="{C982F869-FA52-4C3E-B638-F9DFD0C77476}" srcOrd="5" destOrd="0" presId="urn:microsoft.com/office/officeart/2008/layout/LinedList"/>
    <dgm:cxn modelId="{AD1C2149-A33D-4573-BAA0-504879ECB3F2}" type="presParOf" srcId="{C982F869-FA52-4C3E-B638-F9DFD0C77476}" destId="{01F10870-AA84-44A1-9D35-6B5C8EA7E4A0}" srcOrd="0" destOrd="0" presId="urn:microsoft.com/office/officeart/2008/layout/LinedList"/>
    <dgm:cxn modelId="{A4CCC216-3CCC-453F-B348-AB87A7D7BE60}" type="presParOf" srcId="{C982F869-FA52-4C3E-B638-F9DFD0C77476}" destId="{9DCF27D4-CD03-4985-96FA-990EF6BAFD8D}" srcOrd="1" destOrd="0" presId="urn:microsoft.com/office/officeart/2008/layout/LinedList"/>
    <dgm:cxn modelId="{BC48D940-8181-4B15-9806-82513219B8D8}" type="presParOf" srcId="{F04B7371-92F7-4512-8088-9D1CB31B760F}" destId="{4CE8EF56-CD69-4850-931D-BF0E6F64C7F9}" srcOrd="6" destOrd="0" presId="urn:microsoft.com/office/officeart/2008/layout/LinedList"/>
    <dgm:cxn modelId="{435A7032-8640-48E7-A214-6B33D2F0E05B}" type="presParOf" srcId="{F04B7371-92F7-4512-8088-9D1CB31B760F}" destId="{945A5A28-44FD-4E48-A277-3476A9F95558}" srcOrd="7" destOrd="0" presId="urn:microsoft.com/office/officeart/2008/layout/LinedList"/>
    <dgm:cxn modelId="{3D4CB3C9-A390-45D3-8A8B-B39AEA5B3B0F}" type="presParOf" srcId="{945A5A28-44FD-4E48-A277-3476A9F95558}" destId="{EB65ED00-EE19-49D8-A5E7-AD44887902A9}" srcOrd="0" destOrd="0" presId="urn:microsoft.com/office/officeart/2008/layout/LinedList"/>
    <dgm:cxn modelId="{3E8494D7-2063-48FA-B6C5-3925C963E707}" type="presParOf" srcId="{945A5A28-44FD-4E48-A277-3476A9F95558}" destId="{1340EA96-1CDA-480C-A094-CD61722E94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EA2B93-D484-4F83-B805-298FD147F9E1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64A755E-6A2F-43C2-B0A5-F95F8CFA09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Peak period defined as 7:00 AM – 10:00 PM (business activity window)</a:t>
          </a:r>
        </a:p>
      </dgm:t>
    </dgm:pt>
    <dgm:pt modelId="{F108AFF1-2237-4F2D-BF62-3C3B8BC56C53}" type="parTrans" cxnId="{8C862EBD-F34E-4206-87EB-7C8DD9BBE1DE}">
      <dgm:prSet/>
      <dgm:spPr/>
      <dgm:t>
        <a:bodyPr/>
        <a:lstStyle/>
        <a:p>
          <a:endParaRPr lang="en-US"/>
        </a:p>
      </dgm:t>
    </dgm:pt>
    <dgm:pt modelId="{484BF2F2-99AE-4B76-AB93-F5C5309E3E4B}" type="sibTrans" cxnId="{8C862EBD-F34E-4206-87EB-7C8DD9BBE1DE}">
      <dgm:prSet/>
      <dgm:spPr/>
      <dgm:t>
        <a:bodyPr/>
        <a:lstStyle/>
        <a:p>
          <a:endParaRPr lang="en-US"/>
        </a:p>
      </dgm:t>
    </dgm:pt>
    <dgm:pt modelId="{E8DFA4B1-77D9-4F20-80DE-5F4AEE8EF4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Extracted hourly values from structured datetime index</a:t>
          </a:r>
        </a:p>
      </dgm:t>
    </dgm:pt>
    <dgm:pt modelId="{58DE9EEA-14AA-4FD6-9782-54A0E11689F3}" type="parTrans" cxnId="{DE58D908-5FCC-42CA-9DE1-AC4CADCAF7D7}">
      <dgm:prSet/>
      <dgm:spPr/>
      <dgm:t>
        <a:bodyPr/>
        <a:lstStyle/>
        <a:p>
          <a:endParaRPr lang="en-US"/>
        </a:p>
      </dgm:t>
    </dgm:pt>
    <dgm:pt modelId="{C6004919-F4DF-4D53-AB4A-D9AC7188660F}" type="sibTrans" cxnId="{DE58D908-5FCC-42CA-9DE1-AC4CADCAF7D7}">
      <dgm:prSet/>
      <dgm:spPr/>
      <dgm:t>
        <a:bodyPr/>
        <a:lstStyle/>
        <a:p>
          <a:endParaRPr lang="en-US"/>
        </a:p>
      </dgm:t>
    </dgm:pt>
    <dgm:pt modelId="{BC0392E8-187A-4AD7-9FE0-A51CFB19D8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Computed average demand during peak and off-peak intervals</a:t>
          </a:r>
        </a:p>
      </dgm:t>
    </dgm:pt>
    <dgm:pt modelId="{2B6159F6-6A11-4D81-8AE7-16778651BFBB}" type="parTrans" cxnId="{2C5360D9-CA7B-4BB4-98AD-977E53DA7E57}">
      <dgm:prSet/>
      <dgm:spPr/>
      <dgm:t>
        <a:bodyPr/>
        <a:lstStyle/>
        <a:p>
          <a:endParaRPr lang="en-US"/>
        </a:p>
      </dgm:t>
    </dgm:pt>
    <dgm:pt modelId="{6359EF2E-598E-43BF-B4DA-E68342C4BBD8}" type="sibTrans" cxnId="{2C5360D9-CA7B-4BB4-98AD-977E53DA7E57}">
      <dgm:prSet/>
      <dgm:spPr/>
      <dgm:t>
        <a:bodyPr/>
        <a:lstStyle/>
        <a:p>
          <a:endParaRPr lang="en-US"/>
        </a:p>
      </dgm:t>
    </dgm:pt>
    <dgm:pt modelId="{76EEDF8A-D807-4BD3-AA70-CD7DB2D946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Peak demand significantly higher.</a:t>
          </a:r>
        </a:p>
      </dgm:t>
    </dgm:pt>
    <dgm:pt modelId="{24CF0BCD-AB6A-4782-AE72-4F91FB8D6F36}" type="parTrans" cxnId="{F3666D6D-BFAC-4CA6-94F8-A96FF35EA572}">
      <dgm:prSet/>
      <dgm:spPr/>
      <dgm:t>
        <a:bodyPr/>
        <a:lstStyle/>
        <a:p>
          <a:endParaRPr lang="en-US"/>
        </a:p>
      </dgm:t>
    </dgm:pt>
    <dgm:pt modelId="{D5970910-3886-4BE5-BACF-9197A713F5A1}" type="sibTrans" cxnId="{F3666D6D-BFAC-4CA6-94F8-A96FF35EA572}">
      <dgm:prSet/>
      <dgm:spPr/>
      <dgm:t>
        <a:bodyPr/>
        <a:lstStyle/>
        <a:p>
          <a:endParaRPr lang="en-US"/>
        </a:p>
      </dgm:t>
    </dgm:pt>
    <dgm:pt modelId="{23D926A4-D192-4F6C-B372-DEE4C0EC9971}" type="pres">
      <dgm:prSet presAssocID="{1DEA2B93-D484-4F83-B805-298FD147F9E1}" presName="root" presStyleCnt="0">
        <dgm:presLayoutVars>
          <dgm:dir/>
          <dgm:resizeHandles val="exact"/>
        </dgm:presLayoutVars>
      </dgm:prSet>
      <dgm:spPr/>
    </dgm:pt>
    <dgm:pt modelId="{17A82DA2-C2F3-4DE3-91DC-3D22DE84639D}" type="pres">
      <dgm:prSet presAssocID="{E64A755E-6A2F-43C2-B0A5-F95F8CFA0982}" presName="compNode" presStyleCnt="0"/>
      <dgm:spPr/>
    </dgm:pt>
    <dgm:pt modelId="{5A5A420E-B43B-4B96-AC81-B41C9EC4F813}" type="pres">
      <dgm:prSet presAssocID="{E64A755E-6A2F-43C2-B0A5-F95F8CFA0982}" presName="bgRect" presStyleLbl="bgShp" presStyleIdx="0" presStyleCnt="4"/>
      <dgm:spPr/>
    </dgm:pt>
    <dgm:pt modelId="{38633A80-112B-4D6D-A2FF-0D4094FF58A0}" type="pres">
      <dgm:prSet presAssocID="{E64A755E-6A2F-43C2-B0A5-F95F8CFA09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7F9C87A8-C5EE-4066-9DC6-847023C5843F}" type="pres">
      <dgm:prSet presAssocID="{E64A755E-6A2F-43C2-B0A5-F95F8CFA0982}" presName="spaceRect" presStyleCnt="0"/>
      <dgm:spPr/>
    </dgm:pt>
    <dgm:pt modelId="{617977DD-922C-4236-84DF-70885637BB37}" type="pres">
      <dgm:prSet presAssocID="{E64A755E-6A2F-43C2-B0A5-F95F8CFA0982}" presName="parTx" presStyleLbl="revTx" presStyleIdx="0" presStyleCnt="4">
        <dgm:presLayoutVars>
          <dgm:chMax val="0"/>
          <dgm:chPref val="0"/>
        </dgm:presLayoutVars>
      </dgm:prSet>
      <dgm:spPr/>
    </dgm:pt>
    <dgm:pt modelId="{C115A3D5-1DA7-4850-983F-807612AA7A9C}" type="pres">
      <dgm:prSet presAssocID="{484BF2F2-99AE-4B76-AB93-F5C5309E3E4B}" presName="sibTrans" presStyleCnt="0"/>
      <dgm:spPr/>
    </dgm:pt>
    <dgm:pt modelId="{D526F982-49D8-4A2E-8415-55FE587455D0}" type="pres">
      <dgm:prSet presAssocID="{E8DFA4B1-77D9-4F20-80DE-5F4AEE8EF408}" presName="compNode" presStyleCnt="0"/>
      <dgm:spPr/>
    </dgm:pt>
    <dgm:pt modelId="{15286E7A-36C3-4E74-AFF5-7A3A8AD0BAAE}" type="pres">
      <dgm:prSet presAssocID="{E8DFA4B1-77D9-4F20-80DE-5F4AEE8EF408}" presName="bgRect" presStyleLbl="bgShp" presStyleIdx="1" presStyleCnt="4"/>
      <dgm:spPr/>
    </dgm:pt>
    <dgm:pt modelId="{3E0EF506-C1A5-494E-AED0-4ED2B24CFE39}" type="pres">
      <dgm:prSet presAssocID="{E8DFA4B1-77D9-4F20-80DE-5F4AEE8EF4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072B438-5BC1-487E-ADFF-D8EA02FE332E}" type="pres">
      <dgm:prSet presAssocID="{E8DFA4B1-77D9-4F20-80DE-5F4AEE8EF408}" presName="spaceRect" presStyleCnt="0"/>
      <dgm:spPr/>
    </dgm:pt>
    <dgm:pt modelId="{13C3B0B7-6F41-4B8C-A1C1-CD4862FC1530}" type="pres">
      <dgm:prSet presAssocID="{E8DFA4B1-77D9-4F20-80DE-5F4AEE8EF408}" presName="parTx" presStyleLbl="revTx" presStyleIdx="1" presStyleCnt="4">
        <dgm:presLayoutVars>
          <dgm:chMax val="0"/>
          <dgm:chPref val="0"/>
        </dgm:presLayoutVars>
      </dgm:prSet>
      <dgm:spPr/>
    </dgm:pt>
    <dgm:pt modelId="{4D4FBC2E-8523-42CC-89F4-632CBCB59B7D}" type="pres">
      <dgm:prSet presAssocID="{C6004919-F4DF-4D53-AB4A-D9AC7188660F}" presName="sibTrans" presStyleCnt="0"/>
      <dgm:spPr/>
    </dgm:pt>
    <dgm:pt modelId="{23F736BC-7ACB-4AB8-976D-7CA44D22CE35}" type="pres">
      <dgm:prSet presAssocID="{BC0392E8-187A-4AD7-9FE0-A51CFB19D873}" presName="compNode" presStyleCnt="0"/>
      <dgm:spPr/>
    </dgm:pt>
    <dgm:pt modelId="{EA81E5C3-B5ED-460D-9ADB-4927E00E13F3}" type="pres">
      <dgm:prSet presAssocID="{BC0392E8-187A-4AD7-9FE0-A51CFB19D873}" presName="bgRect" presStyleLbl="bgShp" presStyleIdx="2" presStyleCnt="4"/>
      <dgm:spPr/>
    </dgm:pt>
    <dgm:pt modelId="{AE240644-A933-42FC-86F1-675A0A0DA413}" type="pres">
      <dgm:prSet presAssocID="{BC0392E8-187A-4AD7-9FE0-A51CFB19D87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1E6F93A-965A-4431-84D0-47DFDF439CAB}" type="pres">
      <dgm:prSet presAssocID="{BC0392E8-187A-4AD7-9FE0-A51CFB19D873}" presName="spaceRect" presStyleCnt="0"/>
      <dgm:spPr/>
    </dgm:pt>
    <dgm:pt modelId="{51B90ECF-9355-44CE-91DD-D933CF599623}" type="pres">
      <dgm:prSet presAssocID="{BC0392E8-187A-4AD7-9FE0-A51CFB19D873}" presName="parTx" presStyleLbl="revTx" presStyleIdx="2" presStyleCnt="4">
        <dgm:presLayoutVars>
          <dgm:chMax val="0"/>
          <dgm:chPref val="0"/>
        </dgm:presLayoutVars>
      </dgm:prSet>
      <dgm:spPr/>
    </dgm:pt>
    <dgm:pt modelId="{91BA569F-5960-443A-8171-FBB139669BDF}" type="pres">
      <dgm:prSet presAssocID="{6359EF2E-598E-43BF-B4DA-E68342C4BBD8}" presName="sibTrans" presStyleCnt="0"/>
      <dgm:spPr/>
    </dgm:pt>
    <dgm:pt modelId="{1B2F99AB-DD54-4861-A3B1-9D8A89B46B1C}" type="pres">
      <dgm:prSet presAssocID="{76EEDF8A-D807-4BD3-AA70-CD7DB2D946F4}" presName="compNode" presStyleCnt="0"/>
      <dgm:spPr/>
    </dgm:pt>
    <dgm:pt modelId="{847C0346-E47B-4DB6-BE01-AFBBD1526DFC}" type="pres">
      <dgm:prSet presAssocID="{76EEDF8A-D807-4BD3-AA70-CD7DB2D946F4}" presName="bgRect" presStyleLbl="bgShp" presStyleIdx="3" presStyleCnt="4"/>
      <dgm:spPr/>
    </dgm:pt>
    <dgm:pt modelId="{35D14C8C-AA0C-41EB-9DC3-E072080F7442}" type="pres">
      <dgm:prSet presAssocID="{76EEDF8A-D807-4BD3-AA70-CD7DB2D946F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68502CB-AA86-402D-B5F0-D98839D99C7B}" type="pres">
      <dgm:prSet presAssocID="{76EEDF8A-D807-4BD3-AA70-CD7DB2D946F4}" presName="spaceRect" presStyleCnt="0"/>
      <dgm:spPr/>
    </dgm:pt>
    <dgm:pt modelId="{B7812E72-5267-4AB8-97C6-1193041ECDAF}" type="pres">
      <dgm:prSet presAssocID="{76EEDF8A-D807-4BD3-AA70-CD7DB2D946F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E58D908-5FCC-42CA-9DE1-AC4CADCAF7D7}" srcId="{1DEA2B93-D484-4F83-B805-298FD147F9E1}" destId="{E8DFA4B1-77D9-4F20-80DE-5F4AEE8EF408}" srcOrd="1" destOrd="0" parTransId="{58DE9EEA-14AA-4FD6-9782-54A0E11689F3}" sibTransId="{C6004919-F4DF-4D53-AB4A-D9AC7188660F}"/>
    <dgm:cxn modelId="{B8B9083F-811F-4BF3-B70B-F023DF48A0D0}" type="presOf" srcId="{E64A755E-6A2F-43C2-B0A5-F95F8CFA0982}" destId="{617977DD-922C-4236-84DF-70885637BB37}" srcOrd="0" destOrd="0" presId="urn:microsoft.com/office/officeart/2018/2/layout/IconVerticalSolidList"/>
    <dgm:cxn modelId="{F3666D6D-BFAC-4CA6-94F8-A96FF35EA572}" srcId="{1DEA2B93-D484-4F83-B805-298FD147F9E1}" destId="{76EEDF8A-D807-4BD3-AA70-CD7DB2D946F4}" srcOrd="3" destOrd="0" parTransId="{24CF0BCD-AB6A-4782-AE72-4F91FB8D6F36}" sibTransId="{D5970910-3886-4BE5-BACF-9197A713F5A1}"/>
    <dgm:cxn modelId="{E056DB58-AC5C-48C8-9918-A972F8D55EC0}" type="presOf" srcId="{BC0392E8-187A-4AD7-9FE0-A51CFB19D873}" destId="{51B90ECF-9355-44CE-91DD-D933CF599623}" srcOrd="0" destOrd="0" presId="urn:microsoft.com/office/officeart/2018/2/layout/IconVerticalSolidList"/>
    <dgm:cxn modelId="{7E889E8C-5A79-485B-B8C7-2F5329ACEF91}" type="presOf" srcId="{E8DFA4B1-77D9-4F20-80DE-5F4AEE8EF408}" destId="{13C3B0B7-6F41-4B8C-A1C1-CD4862FC1530}" srcOrd="0" destOrd="0" presId="urn:microsoft.com/office/officeart/2018/2/layout/IconVerticalSolidList"/>
    <dgm:cxn modelId="{75939A8D-B092-4D54-A830-42D18504D698}" type="presOf" srcId="{76EEDF8A-D807-4BD3-AA70-CD7DB2D946F4}" destId="{B7812E72-5267-4AB8-97C6-1193041ECDAF}" srcOrd="0" destOrd="0" presId="urn:microsoft.com/office/officeart/2018/2/layout/IconVerticalSolidList"/>
    <dgm:cxn modelId="{8C862EBD-F34E-4206-87EB-7C8DD9BBE1DE}" srcId="{1DEA2B93-D484-4F83-B805-298FD147F9E1}" destId="{E64A755E-6A2F-43C2-B0A5-F95F8CFA0982}" srcOrd="0" destOrd="0" parTransId="{F108AFF1-2237-4F2D-BF62-3C3B8BC56C53}" sibTransId="{484BF2F2-99AE-4B76-AB93-F5C5309E3E4B}"/>
    <dgm:cxn modelId="{2C5360D9-CA7B-4BB4-98AD-977E53DA7E57}" srcId="{1DEA2B93-D484-4F83-B805-298FD147F9E1}" destId="{BC0392E8-187A-4AD7-9FE0-A51CFB19D873}" srcOrd="2" destOrd="0" parTransId="{2B6159F6-6A11-4D81-8AE7-16778651BFBB}" sibTransId="{6359EF2E-598E-43BF-B4DA-E68342C4BBD8}"/>
    <dgm:cxn modelId="{8E3B56FD-488C-4B21-BC41-67B6336814DE}" type="presOf" srcId="{1DEA2B93-D484-4F83-B805-298FD147F9E1}" destId="{23D926A4-D192-4F6C-B372-DEE4C0EC9971}" srcOrd="0" destOrd="0" presId="urn:microsoft.com/office/officeart/2018/2/layout/IconVerticalSolidList"/>
    <dgm:cxn modelId="{9F0CB259-2050-413B-9015-687D35D64482}" type="presParOf" srcId="{23D926A4-D192-4F6C-B372-DEE4C0EC9971}" destId="{17A82DA2-C2F3-4DE3-91DC-3D22DE84639D}" srcOrd="0" destOrd="0" presId="urn:microsoft.com/office/officeart/2018/2/layout/IconVerticalSolidList"/>
    <dgm:cxn modelId="{06EBE922-8D5E-47F6-82AD-9DC8F503660F}" type="presParOf" srcId="{17A82DA2-C2F3-4DE3-91DC-3D22DE84639D}" destId="{5A5A420E-B43B-4B96-AC81-B41C9EC4F813}" srcOrd="0" destOrd="0" presId="urn:microsoft.com/office/officeart/2018/2/layout/IconVerticalSolidList"/>
    <dgm:cxn modelId="{68B5CE8B-981F-479A-A6F9-3F952A7FB04B}" type="presParOf" srcId="{17A82DA2-C2F3-4DE3-91DC-3D22DE84639D}" destId="{38633A80-112B-4D6D-A2FF-0D4094FF58A0}" srcOrd="1" destOrd="0" presId="urn:microsoft.com/office/officeart/2018/2/layout/IconVerticalSolidList"/>
    <dgm:cxn modelId="{A8AEA9B5-B483-4824-99EF-6CEB42705D00}" type="presParOf" srcId="{17A82DA2-C2F3-4DE3-91DC-3D22DE84639D}" destId="{7F9C87A8-C5EE-4066-9DC6-847023C5843F}" srcOrd="2" destOrd="0" presId="urn:microsoft.com/office/officeart/2018/2/layout/IconVerticalSolidList"/>
    <dgm:cxn modelId="{A98D4A7F-F2A4-4B5A-9F25-375350102A2C}" type="presParOf" srcId="{17A82DA2-C2F3-4DE3-91DC-3D22DE84639D}" destId="{617977DD-922C-4236-84DF-70885637BB37}" srcOrd="3" destOrd="0" presId="urn:microsoft.com/office/officeart/2018/2/layout/IconVerticalSolidList"/>
    <dgm:cxn modelId="{244DE0E4-8BD8-4330-BD71-8311127AD87C}" type="presParOf" srcId="{23D926A4-D192-4F6C-B372-DEE4C0EC9971}" destId="{C115A3D5-1DA7-4850-983F-807612AA7A9C}" srcOrd="1" destOrd="0" presId="urn:microsoft.com/office/officeart/2018/2/layout/IconVerticalSolidList"/>
    <dgm:cxn modelId="{B1F409F6-2214-4207-83B4-E14581342AA4}" type="presParOf" srcId="{23D926A4-D192-4F6C-B372-DEE4C0EC9971}" destId="{D526F982-49D8-4A2E-8415-55FE587455D0}" srcOrd="2" destOrd="0" presId="urn:microsoft.com/office/officeart/2018/2/layout/IconVerticalSolidList"/>
    <dgm:cxn modelId="{6FEAF3D0-8900-4714-A9CA-AA23A2AE44CC}" type="presParOf" srcId="{D526F982-49D8-4A2E-8415-55FE587455D0}" destId="{15286E7A-36C3-4E74-AFF5-7A3A8AD0BAAE}" srcOrd="0" destOrd="0" presId="urn:microsoft.com/office/officeart/2018/2/layout/IconVerticalSolidList"/>
    <dgm:cxn modelId="{8A01F82D-1743-4954-A66E-3931F223F3DC}" type="presParOf" srcId="{D526F982-49D8-4A2E-8415-55FE587455D0}" destId="{3E0EF506-C1A5-494E-AED0-4ED2B24CFE39}" srcOrd="1" destOrd="0" presId="urn:microsoft.com/office/officeart/2018/2/layout/IconVerticalSolidList"/>
    <dgm:cxn modelId="{A7242A5B-7106-42D9-BB11-A68D24006B47}" type="presParOf" srcId="{D526F982-49D8-4A2E-8415-55FE587455D0}" destId="{F072B438-5BC1-487E-ADFF-D8EA02FE332E}" srcOrd="2" destOrd="0" presId="urn:microsoft.com/office/officeart/2018/2/layout/IconVerticalSolidList"/>
    <dgm:cxn modelId="{B3FE6699-DBEF-4B9E-87BE-E7996AAAC871}" type="presParOf" srcId="{D526F982-49D8-4A2E-8415-55FE587455D0}" destId="{13C3B0B7-6F41-4B8C-A1C1-CD4862FC1530}" srcOrd="3" destOrd="0" presId="urn:microsoft.com/office/officeart/2018/2/layout/IconVerticalSolidList"/>
    <dgm:cxn modelId="{C125CE31-EAEE-4791-8ECE-F3E76758E2C2}" type="presParOf" srcId="{23D926A4-D192-4F6C-B372-DEE4C0EC9971}" destId="{4D4FBC2E-8523-42CC-89F4-632CBCB59B7D}" srcOrd="3" destOrd="0" presId="urn:microsoft.com/office/officeart/2018/2/layout/IconVerticalSolidList"/>
    <dgm:cxn modelId="{CAB78054-5761-4577-AB4C-2780CD339D99}" type="presParOf" srcId="{23D926A4-D192-4F6C-B372-DEE4C0EC9971}" destId="{23F736BC-7ACB-4AB8-976D-7CA44D22CE35}" srcOrd="4" destOrd="0" presId="urn:microsoft.com/office/officeart/2018/2/layout/IconVerticalSolidList"/>
    <dgm:cxn modelId="{9A780ACD-18A2-4630-A519-82E10CBBF78B}" type="presParOf" srcId="{23F736BC-7ACB-4AB8-976D-7CA44D22CE35}" destId="{EA81E5C3-B5ED-460D-9ADB-4927E00E13F3}" srcOrd="0" destOrd="0" presId="urn:microsoft.com/office/officeart/2018/2/layout/IconVerticalSolidList"/>
    <dgm:cxn modelId="{0A7413A2-F192-4520-9366-4FA083876A89}" type="presParOf" srcId="{23F736BC-7ACB-4AB8-976D-7CA44D22CE35}" destId="{AE240644-A933-42FC-86F1-675A0A0DA413}" srcOrd="1" destOrd="0" presId="urn:microsoft.com/office/officeart/2018/2/layout/IconVerticalSolidList"/>
    <dgm:cxn modelId="{760FFCE0-9A8D-4901-857C-A4DEDF6AAE06}" type="presParOf" srcId="{23F736BC-7ACB-4AB8-976D-7CA44D22CE35}" destId="{51E6F93A-965A-4431-84D0-47DFDF439CAB}" srcOrd="2" destOrd="0" presId="urn:microsoft.com/office/officeart/2018/2/layout/IconVerticalSolidList"/>
    <dgm:cxn modelId="{488FB141-46C9-4839-8CD8-71E2FB56E03E}" type="presParOf" srcId="{23F736BC-7ACB-4AB8-976D-7CA44D22CE35}" destId="{51B90ECF-9355-44CE-91DD-D933CF599623}" srcOrd="3" destOrd="0" presId="urn:microsoft.com/office/officeart/2018/2/layout/IconVerticalSolidList"/>
    <dgm:cxn modelId="{E5CEA22E-5F62-4DA0-9319-32FDC19EB20E}" type="presParOf" srcId="{23D926A4-D192-4F6C-B372-DEE4C0EC9971}" destId="{91BA569F-5960-443A-8171-FBB139669BDF}" srcOrd="5" destOrd="0" presId="urn:microsoft.com/office/officeart/2018/2/layout/IconVerticalSolidList"/>
    <dgm:cxn modelId="{21EAC6FB-E20F-4E7D-9FD5-8C531D6994CE}" type="presParOf" srcId="{23D926A4-D192-4F6C-B372-DEE4C0EC9971}" destId="{1B2F99AB-DD54-4861-A3B1-9D8A89B46B1C}" srcOrd="6" destOrd="0" presId="urn:microsoft.com/office/officeart/2018/2/layout/IconVerticalSolidList"/>
    <dgm:cxn modelId="{F17FCFC0-D448-4097-9953-B382D6FD7065}" type="presParOf" srcId="{1B2F99AB-DD54-4861-A3B1-9D8A89B46B1C}" destId="{847C0346-E47B-4DB6-BE01-AFBBD1526DFC}" srcOrd="0" destOrd="0" presId="urn:microsoft.com/office/officeart/2018/2/layout/IconVerticalSolidList"/>
    <dgm:cxn modelId="{0A0C3D81-84B0-4AD9-B566-526145D76CD3}" type="presParOf" srcId="{1B2F99AB-DD54-4861-A3B1-9D8A89B46B1C}" destId="{35D14C8C-AA0C-41EB-9DC3-E072080F7442}" srcOrd="1" destOrd="0" presId="urn:microsoft.com/office/officeart/2018/2/layout/IconVerticalSolidList"/>
    <dgm:cxn modelId="{790B57C3-E323-43C0-983D-9E109943CD83}" type="presParOf" srcId="{1B2F99AB-DD54-4861-A3B1-9D8A89B46B1C}" destId="{468502CB-AA86-402D-B5F0-D98839D99C7B}" srcOrd="2" destOrd="0" presId="urn:microsoft.com/office/officeart/2018/2/layout/IconVerticalSolidList"/>
    <dgm:cxn modelId="{FF97BD9A-A45E-4247-8D3A-E0939A675510}" type="presParOf" srcId="{1B2F99AB-DD54-4861-A3B1-9D8A89B46B1C}" destId="{B7812E72-5267-4AB8-97C6-1193041ECD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225F9EC-D06D-473C-8621-328D4BCF7B70}" type="doc">
      <dgm:prSet loTypeId="urn:microsoft.com/office/officeart/2005/8/layout/cycle1" loCatId="cycle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9E3E9A9-CCC5-455D-8B70-B0291401DFC4}">
      <dgm:prSet/>
      <dgm:spPr/>
      <dgm:t>
        <a:bodyPr/>
        <a:lstStyle/>
        <a:p>
          <a:r>
            <a:rPr lang="en-US" dirty="0"/>
            <a:t>Simulated 5% reduction in electricity demand during peak hours (7 AM – 10 PM)</a:t>
          </a:r>
        </a:p>
      </dgm:t>
    </dgm:pt>
    <dgm:pt modelId="{F238D703-F0E6-41F6-A26B-E634DC5E5663}" type="parTrans" cxnId="{7E6D0825-E4FD-41D5-9A17-54B3C5204817}">
      <dgm:prSet/>
      <dgm:spPr/>
      <dgm:t>
        <a:bodyPr/>
        <a:lstStyle/>
        <a:p>
          <a:endParaRPr lang="en-US"/>
        </a:p>
      </dgm:t>
    </dgm:pt>
    <dgm:pt modelId="{C71FD5EB-DBD2-4707-A543-11372433AC43}" type="sibTrans" cxnId="{7E6D0825-E4FD-41D5-9A17-54B3C5204817}">
      <dgm:prSet/>
      <dgm:spPr/>
      <dgm:t>
        <a:bodyPr/>
        <a:lstStyle/>
        <a:p>
          <a:endParaRPr lang="en-US"/>
        </a:p>
      </dgm:t>
    </dgm:pt>
    <dgm:pt modelId="{851A6E93-A672-488F-87D8-5F1E15B058DE}">
      <dgm:prSet/>
      <dgm:spPr/>
      <dgm:t>
        <a:bodyPr/>
        <a:lstStyle/>
        <a:p>
          <a:r>
            <a:rPr lang="en-US" dirty="0"/>
            <a:t>Recalculated adjusted peak demand levels</a:t>
          </a:r>
        </a:p>
      </dgm:t>
    </dgm:pt>
    <dgm:pt modelId="{59F1EEB9-3473-4972-B914-CB4042C17EBA}" type="parTrans" cxnId="{5529F42B-CA1B-4854-B12C-1E9DFFD102A3}">
      <dgm:prSet/>
      <dgm:spPr/>
      <dgm:t>
        <a:bodyPr/>
        <a:lstStyle/>
        <a:p>
          <a:endParaRPr lang="en-US"/>
        </a:p>
      </dgm:t>
    </dgm:pt>
    <dgm:pt modelId="{5061B08A-C17D-4DEA-B448-468904113F66}" type="sibTrans" cxnId="{5529F42B-CA1B-4854-B12C-1E9DFFD102A3}">
      <dgm:prSet/>
      <dgm:spPr/>
      <dgm:t>
        <a:bodyPr/>
        <a:lstStyle/>
        <a:p>
          <a:endParaRPr lang="en-US"/>
        </a:p>
      </dgm:t>
    </dgm:pt>
    <dgm:pt modelId="{B7860B7B-FB4D-4E6D-9ADE-5CCA2B915132}">
      <dgm:prSet/>
      <dgm:spPr/>
      <dgm:t>
        <a:bodyPr/>
        <a:lstStyle/>
        <a:p>
          <a:r>
            <a:rPr lang="en-US" dirty="0"/>
            <a:t>Observed measurable decline in peak load stress.</a:t>
          </a:r>
        </a:p>
      </dgm:t>
    </dgm:pt>
    <dgm:pt modelId="{FA3C654F-D8AE-47BC-A38A-DD454681FC47}" type="parTrans" cxnId="{9477FFF0-3140-490F-90F2-84EEF0F43F5B}">
      <dgm:prSet/>
      <dgm:spPr/>
      <dgm:t>
        <a:bodyPr/>
        <a:lstStyle/>
        <a:p>
          <a:endParaRPr lang="en-US"/>
        </a:p>
      </dgm:t>
    </dgm:pt>
    <dgm:pt modelId="{2FA0E465-D1C3-48EC-BEBD-ACDE25DB40FD}" type="sibTrans" cxnId="{9477FFF0-3140-490F-90F2-84EEF0F43F5B}">
      <dgm:prSet/>
      <dgm:spPr/>
      <dgm:t>
        <a:bodyPr/>
        <a:lstStyle/>
        <a:p>
          <a:endParaRPr lang="en-US"/>
        </a:p>
      </dgm:t>
    </dgm:pt>
    <dgm:pt modelId="{2EAFE1DD-7829-4B04-8B0C-5F9E58EF003C}">
      <dgm:prSet/>
      <dgm:spPr/>
      <dgm:t>
        <a:bodyPr/>
        <a:lstStyle/>
        <a:p>
          <a:r>
            <a:rPr lang="en-US" dirty="0"/>
            <a:t>Results demonstrate operational and cost benefits of Demand Response programs</a:t>
          </a:r>
        </a:p>
      </dgm:t>
    </dgm:pt>
    <dgm:pt modelId="{2E560110-CBF4-45CB-A25C-A92AD75AA8BC}" type="parTrans" cxnId="{908EE4E9-6FB7-46DB-89CF-D702D1001EC7}">
      <dgm:prSet/>
      <dgm:spPr/>
      <dgm:t>
        <a:bodyPr/>
        <a:lstStyle/>
        <a:p>
          <a:endParaRPr lang="en-US"/>
        </a:p>
      </dgm:t>
    </dgm:pt>
    <dgm:pt modelId="{2E8CEA45-4E4D-4EBE-AD9D-13A69FEAB467}" type="sibTrans" cxnId="{908EE4E9-6FB7-46DB-89CF-D702D1001EC7}">
      <dgm:prSet/>
      <dgm:spPr/>
      <dgm:t>
        <a:bodyPr/>
        <a:lstStyle/>
        <a:p>
          <a:endParaRPr lang="en-US"/>
        </a:p>
      </dgm:t>
    </dgm:pt>
    <dgm:pt modelId="{5BFAB895-1D2F-4E24-9FFC-51871097FABD}" type="pres">
      <dgm:prSet presAssocID="{3225F9EC-D06D-473C-8621-328D4BCF7B70}" presName="cycle" presStyleCnt="0">
        <dgm:presLayoutVars>
          <dgm:dir/>
          <dgm:resizeHandles val="exact"/>
        </dgm:presLayoutVars>
      </dgm:prSet>
      <dgm:spPr/>
    </dgm:pt>
    <dgm:pt modelId="{769699E6-B2A9-401A-BA79-9B162073EAFF}" type="pres">
      <dgm:prSet presAssocID="{E9E3E9A9-CCC5-455D-8B70-B0291401DFC4}" presName="dummy" presStyleCnt="0"/>
      <dgm:spPr/>
    </dgm:pt>
    <dgm:pt modelId="{D49EB530-CE29-4A52-9D3C-CADC3CC12855}" type="pres">
      <dgm:prSet presAssocID="{E9E3E9A9-CCC5-455D-8B70-B0291401DFC4}" presName="node" presStyleLbl="revTx" presStyleIdx="0" presStyleCnt="4">
        <dgm:presLayoutVars>
          <dgm:bulletEnabled val="1"/>
        </dgm:presLayoutVars>
      </dgm:prSet>
      <dgm:spPr/>
    </dgm:pt>
    <dgm:pt modelId="{F6264B4F-F3DB-4B9D-909D-3556D1C4D809}" type="pres">
      <dgm:prSet presAssocID="{C71FD5EB-DBD2-4707-A543-11372433AC43}" presName="sibTrans" presStyleLbl="node1" presStyleIdx="0" presStyleCnt="4"/>
      <dgm:spPr/>
    </dgm:pt>
    <dgm:pt modelId="{14BA200D-9507-4D2F-BD8D-C6A62EDE39FE}" type="pres">
      <dgm:prSet presAssocID="{851A6E93-A672-488F-87D8-5F1E15B058DE}" presName="dummy" presStyleCnt="0"/>
      <dgm:spPr/>
    </dgm:pt>
    <dgm:pt modelId="{FA4FA22E-C00C-4F73-8E7F-93FD22988CB9}" type="pres">
      <dgm:prSet presAssocID="{851A6E93-A672-488F-87D8-5F1E15B058DE}" presName="node" presStyleLbl="revTx" presStyleIdx="1" presStyleCnt="4">
        <dgm:presLayoutVars>
          <dgm:bulletEnabled val="1"/>
        </dgm:presLayoutVars>
      </dgm:prSet>
      <dgm:spPr/>
    </dgm:pt>
    <dgm:pt modelId="{92FCF984-5D28-4C6D-8E0D-7698A773D1ED}" type="pres">
      <dgm:prSet presAssocID="{5061B08A-C17D-4DEA-B448-468904113F66}" presName="sibTrans" presStyleLbl="node1" presStyleIdx="1" presStyleCnt="4"/>
      <dgm:spPr/>
    </dgm:pt>
    <dgm:pt modelId="{C25C7D14-B252-495D-940F-4FA6DD0163FA}" type="pres">
      <dgm:prSet presAssocID="{B7860B7B-FB4D-4E6D-9ADE-5CCA2B915132}" presName="dummy" presStyleCnt="0"/>
      <dgm:spPr/>
    </dgm:pt>
    <dgm:pt modelId="{8BAD6BCE-20FA-439B-8D90-2558F1071F69}" type="pres">
      <dgm:prSet presAssocID="{B7860B7B-FB4D-4E6D-9ADE-5CCA2B915132}" presName="node" presStyleLbl="revTx" presStyleIdx="2" presStyleCnt="4">
        <dgm:presLayoutVars>
          <dgm:bulletEnabled val="1"/>
        </dgm:presLayoutVars>
      </dgm:prSet>
      <dgm:spPr/>
    </dgm:pt>
    <dgm:pt modelId="{CE44D458-D74B-475F-A987-C9AA6A2F585F}" type="pres">
      <dgm:prSet presAssocID="{2FA0E465-D1C3-48EC-BEBD-ACDE25DB40FD}" presName="sibTrans" presStyleLbl="node1" presStyleIdx="2" presStyleCnt="4"/>
      <dgm:spPr/>
    </dgm:pt>
    <dgm:pt modelId="{D86765F1-8A4A-4AA6-8595-FFD52D61379E}" type="pres">
      <dgm:prSet presAssocID="{2EAFE1DD-7829-4B04-8B0C-5F9E58EF003C}" presName="dummy" presStyleCnt="0"/>
      <dgm:spPr/>
    </dgm:pt>
    <dgm:pt modelId="{9F8CDC10-AF98-4CFA-ABE4-33DD5131C288}" type="pres">
      <dgm:prSet presAssocID="{2EAFE1DD-7829-4B04-8B0C-5F9E58EF003C}" presName="node" presStyleLbl="revTx" presStyleIdx="3" presStyleCnt="4">
        <dgm:presLayoutVars>
          <dgm:bulletEnabled val="1"/>
        </dgm:presLayoutVars>
      </dgm:prSet>
      <dgm:spPr/>
    </dgm:pt>
    <dgm:pt modelId="{2EC5AECC-5547-4940-951A-BB5FE6A6F57B}" type="pres">
      <dgm:prSet presAssocID="{2E8CEA45-4E4D-4EBE-AD9D-13A69FEAB467}" presName="sibTrans" presStyleLbl="node1" presStyleIdx="3" presStyleCnt="4"/>
      <dgm:spPr/>
    </dgm:pt>
  </dgm:ptLst>
  <dgm:cxnLst>
    <dgm:cxn modelId="{9CB97B04-1DA4-4B27-99B3-530670198B5C}" type="presOf" srcId="{2FA0E465-D1C3-48EC-BEBD-ACDE25DB40FD}" destId="{CE44D458-D74B-475F-A987-C9AA6A2F585F}" srcOrd="0" destOrd="0" presId="urn:microsoft.com/office/officeart/2005/8/layout/cycle1"/>
    <dgm:cxn modelId="{F468F604-C16C-4247-9B6A-EECC268ECDA2}" type="presOf" srcId="{E9E3E9A9-CCC5-455D-8B70-B0291401DFC4}" destId="{D49EB530-CE29-4A52-9D3C-CADC3CC12855}" srcOrd="0" destOrd="0" presId="urn:microsoft.com/office/officeart/2005/8/layout/cycle1"/>
    <dgm:cxn modelId="{7E6D0825-E4FD-41D5-9A17-54B3C5204817}" srcId="{3225F9EC-D06D-473C-8621-328D4BCF7B70}" destId="{E9E3E9A9-CCC5-455D-8B70-B0291401DFC4}" srcOrd="0" destOrd="0" parTransId="{F238D703-F0E6-41F6-A26B-E634DC5E5663}" sibTransId="{C71FD5EB-DBD2-4707-A543-11372433AC43}"/>
    <dgm:cxn modelId="{5529F42B-CA1B-4854-B12C-1E9DFFD102A3}" srcId="{3225F9EC-D06D-473C-8621-328D4BCF7B70}" destId="{851A6E93-A672-488F-87D8-5F1E15B058DE}" srcOrd="1" destOrd="0" parTransId="{59F1EEB9-3473-4972-B914-CB4042C17EBA}" sibTransId="{5061B08A-C17D-4DEA-B448-468904113F66}"/>
    <dgm:cxn modelId="{3E9B7B6B-AD52-426D-AA5F-66B80CD4131B}" type="presOf" srcId="{851A6E93-A672-488F-87D8-5F1E15B058DE}" destId="{FA4FA22E-C00C-4F73-8E7F-93FD22988CB9}" srcOrd="0" destOrd="0" presId="urn:microsoft.com/office/officeart/2005/8/layout/cycle1"/>
    <dgm:cxn modelId="{F9671370-D058-4EA7-9FD9-F89C3895FE51}" type="presOf" srcId="{2EAFE1DD-7829-4B04-8B0C-5F9E58EF003C}" destId="{9F8CDC10-AF98-4CFA-ABE4-33DD5131C288}" srcOrd="0" destOrd="0" presId="urn:microsoft.com/office/officeart/2005/8/layout/cycle1"/>
    <dgm:cxn modelId="{CBF78382-1A85-466A-ABF5-7FF9EDBDE23D}" type="presOf" srcId="{5061B08A-C17D-4DEA-B448-468904113F66}" destId="{92FCF984-5D28-4C6D-8E0D-7698A773D1ED}" srcOrd="0" destOrd="0" presId="urn:microsoft.com/office/officeart/2005/8/layout/cycle1"/>
    <dgm:cxn modelId="{1909C286-0E2B-4EA5-8AA7-08B54125D6CE}" type="presOf" srcId="{3225F9EC-D06D-473C-8621-328D4BCF7B70}" destId="{5BFAB895-1D2F-4E24-9FFC-51871097FABD}" srcOrd="0" destOrd="0" presId="urn:microsoft.com/office/officeart/2005/8/layout/cycle1"/>
    <dgm:cxn modelId="{F8FB8891-23DF-4DF5-813A-61E6716AFB10}" type="presOf" srcId="{C71FD5EB-DBD2-4707-A543-11372433AC43}" destId="{F6264B4F-F3DB-4B9D-909D-3556D1C4D809}" srcOrd="0" destOrd="0" presId="urn:microsoft.com/office/officeart/2005/8/layout/cycle1"/>
    <dgm:cxn modelId="{EEC04192-2F24-46BA-8AD2-964B869AF85B}" type="presOf" srcId="{2E8CEA45-4E4D-4EBE-AD9D-13A69FEAB467}" destId="{2EC5AECC-5547-4940-951A-BB5FE6A6F57B}" srcOrd="0" destOrd="0" presId="urn:microsoft.com/office/officeart/2005/8/layout/cycle1"/>
    <dgm:cxn modelId="{3DCA5293-3C23-43A0-9A6F-49CF6216A69C}" type="presOf" srcId="{B7860B7B-FB4D-4E6D-9ADE-5CCA2B915132}" destId="{8BAD6BCE-20FA-439B-8D90-2558F1071F69}" srcOrd="0" destOrd="0" presId="urn:microsoft.com/office/officeart/2005/8/layout/cycle1"/>
    <dgm:cxn modelId="{908EE4E9-6FB7-46DB-89CF-D702D1001EC7}" srcId="{3225F9EC-D06D-473C-8621-328D4BCF7B70}" destId="{2EAFE1DD-7829-4B04-8B0C-5F9E58EF003C}" srcOrd="3" destOrd="0" parTransId="{2E560110-CBF4-45CB-A25C-A92AD75AA8BC}" sibTransId="{2E8CEA45-4E4D-4EBE-AD9D-13A69FEAB467}"/>
    <dgm:cxn modelId="{9477FFF0-3140-490F-90F2-84EEF0F43F5B}" srcId="{3225F9EC-D06D-473C-8621-328D4BCF7B70}" destId="{B7860B7B-FB4D-4E6D-9ADE-5CCA2B915132}" srcOrd="2" destOrd="0" parTransId="{FA3C654F-D8AE-47BC-A38A-DD454681FC47}" sibTransId="{2FA0E465-D1C3-48EC-BEBD-ACDE25DB40FD}"/>
    <dgm:cxn modelId="{AB6E4563-6631-49E3-A169-EEFA04DCE8ED}" type="presParOf" srcId="{5BFAB895-1D2F-4E24-9FFC-51871097FABD}" destId="{769699E6-B2A9-401A-BA79-9B162073EAFF}" srcOrd="0" destOrd="0" presId="urn:microsoft.com/office/officeart/2005/8/layout/cycle1"/>
    <dgm:cxn modelId="{1C452D8F-3F88-4348-8CDB-21D7BE7B846D}" type="presParOf" srcId="{5BFAB895-1D2F-4E24-9FFC-51871097FABD}" destId="{D49EB530-CE29-4A52-9D3C-CADC3CC12855}" srcOrd="1" destOrd="0" presId="urn:microsoft.com/office/officeart/2005/8/layout/cycle1"/>
    <dgm:cxn modelId="{AAA8D60C-E025-489D-98F3-D60494A1F555}" type="presParOf" srcId="{5BFAB895-1D2F-4E24-9FFC-51871097FABD}" destId="{F6264B4F-F3DB-4B9D-909D-3556D1C4D809}" srcOrd="2" destOrd="0" presId="urn:microsoft.com/office/officeart/2005/8/layout/cycle1"/>
    <dgm:cxn modelId="{C618CB15-2A4B-4BD8-B35D-7DFF5122D162}" type="presParOf" srcId="{5BFAB895-1D2F-4E24-9FFC-51871097FABD}" destId="{14BA200D-9507-4D2F-BD8D-C6A62EDE39FE}" srcOrd="3" destOrd="0" presId="urn:microsoft.com/office/officeart/2005/8/layout/cycle1"/>
    <dgm:cxn modelId="{9BB09369-7896-4455-A935-6939AD597654}" type="presParOf" srcId="{5BFAB895-1D2F-4E24-9FFC-51871097FABD}" destId="{FA4FA22E-C00C-4F73-8E7F-93FD22988CB9}" srcOrd="4" destOrd="0" presId="urn:microsoft.com/office/officeart/2005/8/layout/cycle1"/>
    <dgm:cxn modelId="{EDF1C367-0419-483F-87B7-B896FCD1F9AA}" type="presParOf" srcId="{5BFAB895-1D2F-4E24-9FFC-51871097FABD}" destId="{92FCF984-5D28-4C6D-8E0D-7698A773D1ED}" srcOrd="5" destOrd="0" presId="urn:microsoft.com/office/officeart/2005/8/layout/cycle1"/>
    <dgm:cxn modelId="{CBC8FAEE-9610-4EEB-971B-B2379116587F}" type="presParOf" srcId="{5BFAB895-1D2F-4E24-9FFC-51871097FABD}" destId="{C25C7D14-B252-495D-940F-4FA6DD0163FA}" srcOrd="6" destOrd="0" presId="urn:microsoft.com/office/officeart/2005/8/layout/cycle1"/>
    <dgm:cxn modelId="{A2607A05-7152-4F05-9347-EB9627761AAE}" type="presParOf" srcId="{5BFAB895-1D2F-4E24-9FFC-51871097FABD}" destId="{8BAD6BCE-20FA-439B-8D90-2558F1071F69}" srcOrd="7" destOrd="0" presId="urn:microsoft.com/office/officeart/2005/8/layout/cycle1"/>
    <dgm:cxn modelId="{91C56EBA-98F1-4787-8945-64D0DDF627CA}" type="presParOf" srcId="{5BFAB895-1D2F-4E24-9FFC-51871097FABD}" destId="{CE44D458-D74B-475F-A987-C9AA6A2F585F}" srcOrd="8" destOrd="0" presId="urn:microsoft.com/office/officeart/2005/8/layout/cycle1"/>
    <dgm:cxn modelId="{BB79AA44-FCF0-488F-80F5-1BCD0D933592}" type="presParOf" srcId="{5BFAB895-1D2F-4E24-9FFC-51871097FABD}" destId="{D86765F1-8A4A-4AA6-8595-FFD52D61379E}" srcOrd="9" destOrd="0" presId="urn:microsoft.com/office/officeart/2005/8/layout/cycle1"/>
    <dgm:cxn modelId="{532CEA0D-E630-4B76-B762-0FDE040EDE8B}" type="presParOf" srcId="{5BFAB895-1D2F-4E24-9FFC-51871097FABD}" destId="{9F8CDC10-AF98-4CFA-ABE4-33DD5131C288}" srcOrd="10" destOrd="0" presId="urn:microsoft.com/office/officeart/2005/8/layout/cycle1"/>
    <dgm:cxn modelId="{6DBEFBAC-B5BD-4C85-B0D0-8BAA2679239C}" type="presParOf" srcId="{5BFAB895-1D2F-4E24-9FFC-51871097FABD}" destId="{2EC5AECC-5547-4940-951A-BB5FE6A6F57B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764516A-3F39-4306-97CA-66159DC8E1A5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00F2001-12DF-4B18-B937-3021B354BC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Specification: ARIMA (2,1,2)</a:t>
          </a:r>
        </a:p>
      </dgm:t>
    </dgm:pt>
    <dgm:pt modelId="{DF47A7DE-CB13-4441-A75E-0F08C12466D9}" type="parTrans" cxnId="{466F7DFD-FD18-439B-8F59-1EAA9DF4DE49}">
      <dgm:prSet/>
      <dgm:spPr/>
      <dgm:t>
        <a:bodyPr/>
        <a:lstStyle/>
        <a:p>
          <a:endParaRPr lang="en-US"/>
        </a:p>
      </dgm:t>
    </dgm:pt>
    <dgm:pt modelId="{FDF456A2-D3D1-4047-9DF6-ECEE4091F04A}" type="sibTrans" cxnId="{466F7DFD-FD18-439B-8F59-1EAA9DF4DE49}">
      <dgm:prSet/>
      <dgm:spPr/>
      <dgm:t>
        <a:bodyPr/>
        <a:lstStyle/>
        <a:p>
          <a:endParaRPr lang="en-US"/>
        </a:p>
      </dgm:t>
    </dgm:pt>
    <dgm:pt modelId="{6C2006B0-AD48-4D99-B242-9B95A4480B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Trained on 1,000 hourly demand observations</a:t>
          </a:r>
        </a:p>
      </dgm:t>
    </dgm:pt>
    <dgm:pt modelId="{435FE3BD-BFE7-4D5A-8DC4-EB590DDF0EB7}" type="parTrans" cxnId="{A71816C7-E87E-4E1D-9BBC-2AFFDBBA5D50}">
      <dgm:prSet/>
      <dgm:spPr/>
      <dgm:t>
        <a:bodyPr/>
        <a:lstStyle/>
        <a:p>
          <a:endParaRPr lang="en-US"/>
        </a:p>
      </dgm:t>
    </dgm:pt>
    <dgm:pt modelId="{B24DB2D4-D22F-41D7-A5D1-6650B05E8FC1}" type="sibTrans" cxnId="{A71816C7-E87E-4E1D-9BBC-2AFFDBBA5D50}">
      <dgm:prSet/>
      <dgm:spPr/>
      <dgm:t>
        <a:bodyPr/>
        <a:lstStyle/>
        <a:p>
          <a:endParaRPr lang="en-US"/>
        </a:p>
      </dgm:t>
    </dgm:pt>
    <dgm:pt modelId="{F2DCB4C6-4ABC-412B-B415-806E2C28DA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First-order differencing applied to achieve stationarity</a:t>
          </a:r>
        </a:p>
      </dgm:t>
    </dgm:pt>
    <dgm:pt modelId="{1B93CB81-8921-4155-AE8F-AD624C4438BC}" type="parTrans" cxnId="{BFB011F2-70A5-49C4-87DA-EE83C5D3EF8C}">
      <dgm:prSet/>
      <dgm:spPr/>
      <dgm:t>
        <a:bodyPr/>
        <a:lstStyle/>
        <a:p>
          <a:endParaRPr lang="en-US"/>
        </a:p>
      </dgm:t>
    </dgm:pt>
    <dgm:pt modelId="{F447FCD4-6CB3-4507-BD3D-6DDA4C7A1B97}" type="sibTrans" cxnId="{BFB011F2-70A5-49C4-87DA-EE83C5D3EF8C}">
      <dgm:prSet/>
      <dgm:spPr/>
      <dgm:t>
        <a:bodyPr/>
        <a:lstStyle/>
        <a:p>
          <a:endParaRPr lang="en-US"/>
        </a:p>
      </dgm:t>
    </dgm:pt>
    <dgm:pt modelId="{1E72CC52-8BBD-4DEE-8175-17B28E339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Implemented for short-term (24-hour) electricity demand forecasting</a:t>
          </a:r>
        </a:p>
      </dgm:t>
    </dgm:pt>
    <dgm:pt modelId="{15E24B51-6E79-4122-A583-7F1DA5954E91}" type="parTrans" cxnId="{E97E6C10-5837-4B6B-949D-6E5894FCE718}">
      <dgm:prSet/>
      <dgm:spPr/>
      <dgm:t>
        <a:bodyPr/>
        <a:lstStyle/>
        <a:p>
          <a:endParaRPr lang="en-US"/>
        </a:p>
      </dgm:t>
    </dgm:pt>
    <dgm:pt modelId="{BF115C46-115C-42D9-ACB6-CC3C1CF258D6}" type="sibTrans" cxnId="{E97E6C10-5837-4B6B-949D-6E5894FCE718}">
      <dgm:prSet/>
      <dgm:spPr/>
      <dgm:t>
        <a:bodyPr/>
        <a:lstStyle/>
        <a:p>
          <a:endParaRPr lang="en-US"/>
        </a:p>
      </dgm:t>
    </dgm:pt>
    <dgm:pt modelId="{EA4A4CA2-8041-427E-A466-C8B3A36F2D68}" type="pres">
      <dgm:prSet presAssocID="{C764516A-3F39-4306-97CA-66159DC8E1A5}" presName="root" presStyleCnt="0">
        <dgm:presLayoutVars>
          <dgm:dir/>
          <dgm:resizeHandles val="exact"/>
        </dgm:presLayoutVars>
      </dgm:prSet>
      <dgm:spPr/>
    </dgm:pt>
    <dgm:pt modelId="{4FFBC2E0-95A1-4121-8E55-C4C99C6C4A98}" type="pres">
      <dgm:prSet presAssocID="{200F2001-12DF-4B18-B937-3021B354BC75}" presName="compNode" presStyleCnt="0"/>
      <dgm:spPr/>
    </dgm:pt>
    <dgm:pt modelId="{B474439C-18D8-40E6-BC06-6C7B3851B307}" type="pres">
      <dgm:prSet presAssocID="{200F2001-12DF-4B18-B937-3021B354BC75}" presName="bgRect" presStyleLbl="bgShp" presStyleIdx="0" presStyleCnt="4"/>
      <dgm:spPr/>
    </dgm:pt>
    <dgm:pt modelId="{DD896735-3D0E-4163-8A47-CCF81B37D7AC}" type="pres">
      <dgm:prSet presAssocID="{200F2001-12DF-4B18-B937-3021B354BC7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6568329-195C-4509-AB7C-D045EB11307C}" type="pres">
      <dgm:prSet presAssocID="{200F2001-12DF-4B18-B937-3021B354BC75}" presName="spaceRect" presStyleCnt="0"/>
      <dgm:spPr/>
    </dgm:pt>
    <dgm:pt modelId="{081EB601-5B7C-4CCD-A781-86DF8FC77CA8}" type="pres">
      <dgm:prSet presAssocID="{200F2001-12DF-4B18-B937-3021B354BC75}" presName="parTx" presStyleLbl="revTx" presStyleIdx="0" presStyleCnt="4">
        <dgm:presLayoutVars>
          <dgm:chMax val="0"/>
          <dgm:chPref val="0"/>
        </dgm:presLayoutVars>
      </dgm:prSet>
      <dgm:spPr/>
    </dgm:pt>
    <dgm:pt modelId="{FB54361F-093F-4CED-A150-53AE09D30A7E}" type="pres">
      <dgm:prSet presAssocID="{FDF456A2-D3D1-4047-9DF6-ECEE4091F04A}" presName="sibTrans" presStyleCnt="0"/>
      <dgm:spPr/>
    </dgm:pt>
    <dgm:pt modelId="{2F040263-1D58-46F8-8924-A3E7C625BF48}" type="pres">
      <dgm:prSet presAssocID="{6C2006B0-AD48-4D99-B242-9B95A4480B48}" presName="compNode" presStyleCnt="0"/>
      <dgm:spPr/>
    </dgm:pt>
    <dgm:pt modelId="{AA7A5CDB-8C50-4677-9EFC-561FADE543DE}" type="pres">
      <dgm:prSet presAssocID="{6C2006B0-AD48-4D99-B242-9B95A4480B48}" presName="bgRect" presStyleLbl="bgShp" presStyleIdx="1" presStyleCnt="4"/>
      <dgm:spPr/>
    </dgm:pt>
    <dgm:pt modelId="{ADC1B701-D0DE-4F46-8E32-AFC0CF2A6496}" type="pres">
      <dgm:prSet presAssocID="{6C2006B0-AD48-4D99-B242-9B95A4480B4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407B5175-1074-4EA8-8EFA-ABA855DAFE2F}" type="pres">
      <dgm:prSet presAssocID="{6C2006B0-AD48-4D99-B242-9B95A4480B48}" presName="spaceRect" presStyleCnt="0"/>
      <dgm:spPr/>
    </dgm:pt>
    <dgm:pt modelId="{A10218B0-B71A-4BA1-B294-4896BBEBE33B}" type="pres">
      <dgm:prSet presAssocID="{6C2006B0-AD48-4D99-B242-9B95A4480B48}" presName="parTx" presStyleLbl="revTx" presStyleIdx="1" presStyleCnt="4">
        <dgm:presLayoutVars>
          <dgm:chMax val="0"/>
          <dgm:chPref val="0"/>
        </dgm:presLayoutVars>
      </dgm:prSet>
      <dgm:spPr/>
    </dgm:pt>
    <dgm:pt modelId="{3FFA56A5-DFC1-483A-9596-ADB688EBA587}" type="pres">
      <dgm:prSet presAssocID="{B24DB2D4-D22F-41D7-A5D1-6650B05E8FC1}" presName="sibTrans" presStyleCnt="0"/>
      <dgm:spPr/>
    </dgm:pt>
    <dgm:pt modelId="{C461A6CB-56FF-4685-B5DE-D5FA665BA749}" type="pres">
      <dgm:prSet presAssocID="{F2DCB4C6-4ABC-412B-B415-806E2C28DA05}" presName="compNode" presStyleCnt="0"/>
      <dgm:spPr/>
    </dgm:pt>
    <dgm:pt modelId="{86BD370E-BA0A-4767-A838-955372DED261}" type="pres">
      <dgm:prSet presAssocID="{F2DCB4C6-4ABC-412B-B415-806E2C28DA05}" presName="bgRect" presStyleLbl="bgShp" presStyleIdx="2" presStyleCnt="4"/>
      <dgm:spPr/>
    </dgm:pt>
    <dgm:pt modelId="{4C927A1C-85AA-4D07-BEC2-44C5ED62CDFE}" type="pres">
      <dgm:prSet presAssocID="{F2DCB4C6-4ABC-412B-B415-806E2C28DA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3CEE0FD-5D0F-4AB5-B890-9E96F147722F}" type="pres">
      <dgm:prSet presAssocID="{F2DCB4C6-4ABC-412B-B415-806E2C28DA05}" presName="spaceRect" presStyleCnt="0"/>
      <dgm:spPr/>
    </dgm:pt>
    <dgm:pt modelId="{385ED3F7-29B3-4FAA-B9A0-FD12E234F361}" type="pres">
      <dgm:prSet presAssocID="{F2DCB4C6-4ABC-412B-B415-806E2C28DA05}" presName="parTx" presStyleLbl="revTx" presStyleIdx="2" presStyleCnt="4">
        <dgm:presLayoutVars>
          <dgm:chMax val="0"/>
          <dgm:chPref val="0"/>
        </dgm:presLayoutVars>
      </dgm:prSet>
      <dgm:spPr/>
    </dgm:pt>
    <dgm:pt modelId="{2AFEC8E1-6C27-4CAF-9876-1C6A0859974C}" type="pres">
      <dgm:prSet presAssocID="{F447FCD4-6CB3-4507-BD3D-6DDA4C7A1B97}" presName="sibTrans" presStyleCnt="0"/>
      <dgm:spPr/>
    </dgm:pt>
    <dgm:pt modelId="{8736ED6C-9FD8-45A7-91F0-23D746764459}" type="pres">
      <dgm:prSet presAssocID="{1E72CC52-8BBD-4DEE-8175-17B28E339473}" presName="compNode" presStyleCnt="0"/>
      <dgm:spPr/>
    </dgm:pt>
    <dgm:pt modelId="{C9AC06AB-14DC-48FB-BE25-455D4701B5BA}" type="pres">
      <dgm:prSet presAssocID="{1E72CC52-8BBD-4DEE-8175-17B28E339473}" presName="bgRect" presStyleLbl="bgShp" presStyleIdx="3" presStyleCnt="4"/>
      <dgm:spPr/>
    </dgm:pt>
    <dgm:pt modelId="{C1D1162E-B01C-4199-A667-88699A0B252E}" type="pres">
      <dgm:prSet presAssocID="{1E72CC52-8BBD-4DEE-8175-17B28E33947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EEFF359D-8BD0-4826-A8F4-1EF7A2BEA940}" type="pres">
      <dgm:prSet presAssocID="{1E72CC52-8BBD-4DEE-8175-17B28E339473}" presName="spaceRect" presStyleCnt="0"/>
      <dgm:spPr/>
    </dgm:pt>
    <dgm:pt modelId="{B6D12BDB-48C0-458B-BCA9-695ED98B1D95}" type="pres">
      <dgm:prSet presAssocID="{1E72CC52-8BBD-4DEE-8175-17B28E33947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7E6C10-5837-4B6B-949D-6E5894FCE718}" srcId="{C764516A-3F39-4306-97CA-66159DC8E1A5}" destId="{1E72CC52-8BBD-4DEE-8175-17B28E339473}" srcOrd="3" destOrd="0" parTransId="{15E24B51-6E79-4122-A583-7F1DA5954E91}" sibTransId="{BF115C46-115C-42D9-ACB6-CC3C1CF258D6}"/>
    <dgm:cxn modelId="{0FD86D6E-B4D1-44CC-9241-5253535EFDE5}" type="presOf" srcId="{F2DCB4C6-4ABC-412B-B415-806E2C28DA05}" destId="{385ED3F7-29B3-4FAA-B9A0-FD12E234F361}" srcOrd="0" destOrd="0" presId="urn:microsoft.com/office/officeart/2018/2/layout/IconVerticalSolidList"/>
    <dgm:cxn modelId="{DF992377-E2C5-4136-BE52-663875C99992}" type="presOf" srcId="{1E72CC52-8BBD-4DEE-8175-17B28E339473}" destId="{B6D12BDB-48C0-458B-BCA9-695ED98B1D95}" srcOrd="0" destOrd="0" presId="urn:microsoft.com/office/officeart/2018/2/layout/IconVerticalSolidList"/>
    <dgm:cxn modelId="{1AF5BB57-668D-4CDB-BD46-56B89AE95199}" type="presOf" srcId="{C764516A-3F39-4306-97CA-66159DC8E1A5}" destId="{EA4A4CA2-8041-427E-A466-C8B3A36F2D68}" srcOrd="0" destOrd="0" presId="urn:microsoft.com/office/officeart/2018/2/layout/IconVerticalSolidList"/>
    <dgm:cxn modelId="{7814FF98-E748-4AFF-B68B-FDFF8554370C}" type="presOf" srcId="{6C2006B0-AD48-4D99-B242-9B95A4480B48}" destId="{A10218B0-B71A-4BA1-B294-4896BBEBE33B}" srcOrd="0" destOrd="0" presId="urn:microsoft.com/office/officeart/2018/2/layout/IconVerticalSolidList"/>
    <dgm:cxn modelId="{A71816C7-E87E-4E1D-9BBC-2AFFDBBA5D50}" srcId="{C764516A-3F39-4306-97CA-66159DC8E1A5}" destId="{6C2006B0-AD48-4D99-B242-9B95A4480B48}" srcOrd="1" destOrd="0" parTransId="{435FE3BD-BFE7-4D5A-8DC4-EB590DDF0EB7}" sibTransId="{B24DB2D4-D22F-41D7-A5D1-6650B05E8FC1}"/>
    <dgm:cxn modelId="{A3F014D8-3CCB-47DC-9992-A442ACE86896}" type="presOf" srcId="{200F2001-12DF-4B18-B937-3021B354BC75}" destId="{081EB601-5B7C-4CCD-A781-86DF8FC77CA8}" srcOrd="0" destOrd="0" presId="urn:microsoft.com/office/officeart/2018/2/layout/IconVerticalSolidList"/>
    <dgm:cxn modelId="{BFB011F2-70A5-49C4-87DA-EE83C5D3EF8C}" srcId="{C764516A-3F39-4306-97CA-66159DC8E1A5}" destId="{F2DCB4C6-4ABC-412B-B415-806E2C28DA05}" srcOrd="2" destOrd="0" parTransId="{1B93CB81-8921-4155-AE8F-AD624C4438BC}" sibTransId="{F447FCD4-6CB3-4507-BD3D-6DDA4C7A1B97}"/>
    <dgm:cxn modelId="{466F7DFD-FD18-439B-8F59-1EAA9DF4DE49}" srcId="{C764516A-3F39-4306-97CA-66159DC8E1A5}" destId="{200F2001-12DF-4B18-B937-3021B354BC75}" srcOrd="0" destOrd="0" parTransId="{DF47A7DE-CB13-4441-A75E-0F08C12466D9}" sibTransId="{FDF456A2-D3D1-4047-9DF6-ECEE4091F04A}"/>
    <dgm:cxn modelId="{AFA044B7-1771-4228-823E-468735880C0B}" type="presParOf" srcId="{EA4A4CA2-8041-427E-A466-C8B3A36F2D68}" destId="{4FFBC2E0-95A1-4121-8E55-C4C99C6C4A98}" srcOrd="0" destOrd="0" presId="urn:microsoft.com/office/officeart/2018/2/layout/IconVerticalSolidList"/>
    <dgm:cxn modelId="{4B9FCD0F-224A-4874-8B37-C992B674BD07}" type="presParOf" srcId="{4FFBC2E0-95A1-4121-8E55-C4C99C6C4A98}" destId="{B474439C-18D8-40E6-BC06-6C7B3851B307}" srcOrd="0" destOrd="0" presId="urn:microsoft.com/office/officeart/2018/2/layout/IconVerticalSolidList"/>
    <dgm:cxn modelId="{4B305D18-A141-4777-98C6-FCEC55BA588D}" type="presParOf" srcId="{4FFBC2E0-95A1-4121-8E55-C4C99C6C4A98}" destId="{DD896735-3D0E-4163-8A47-CCF81B37D7AC}" srcOrd="1" destOrd="0" presId="urn:microsoft.com/office/officeart/2018/2/layout/IconVerticalSolidList"/>
    <dgm:cxn modelId="{B7A741A3-0527-4310-8EF2-E6247118A37B}" type="presParOf" srcId="{4FFBC2E0-95A1-4121-8E55-C4C99C6C4A98}" destId="{36568329-195C-4509-AB7C-D045EB11307C}" srcOrd="2" destOrd="0" presId="urn:microsoft.com/office/officeart/2018/2/layout/IconVerticalSolidList"/>
    <dgm:cxn modelId="{0420B9F7-DE3B-46D4-9061-3EC244C9B7CC}" type="presParOf" srcId="{4FFBC2E0-95A1-4121-8E55-C4C99C6C4A98}" destId="{081EB601-5B7C-4CCD-A781-86DF8FC77CA8}" srcOrd="3" destOrd="0" presId="urn:microsoft.com/office/officeart/2018/2/layout/IconVerticalSolidList"/>
    <dgm:cxn modelId="{189B2008-5442-46A4-96A2-B4BD95B36316}" type="presParOf" srcId="{EA4A4CA2-8041-427E-A466-C8B3A36F2D68}" destId="{FB54361F-093F-4CED-A150-53AE09D30A7E}" srcOrd="1" destOrd="0" presId="urn:microsoft.com/office/officeart/2018/2/layout/IconVerticalSolidList"/>
    <dgm:cxn modelId="{3A7EB452-94B3-4A35-ADF0-C1614F05B546}" type="presParOf" srcId="{EA4A4CA2-8041-427E-A466-C8B3A36F2D68}" destId="{2F040263-1D58-46F8-8924-A3E7C625BF48}" srcOrd="2" destOrd="0" presId="urn:microsoft.com/office/officeart/2018/2/layout/IconVerticalSolidList"/>
    <dgm:cxn modelId="{AFCE6238-9FC0-4750-8E70-75CE884366D2}" type="presParOf" srcId="{2F040263-1D58-46F8-8924-A3E7C625BF48}" destId="{AA7A5CDB-8C50-4677-9EFC-561FADE543DE}" srcOrd="0" destOrd="0" presId="urn:microsoft.com/office/officeart/2018/2/layout/IconVerticalSolidList"/>
    <dgm:cxn modelId="{4C79DDBA-57EB-4DDF-89EC-235419ABBD41}" type="presParOf" srcId="{2F040263-1D58-46F8-8924-A3E7C625BF48}" destId="{ADC1B701-D0DE-4F46-8E32-AFC0CF2A6496}" srcOrd="1" destOrd="0" presId="urn:microsoft.com/office/officeart/2018/2/layout/IconVerticalSolidList"/>
    <dgm:cxn modelId="{410DCC05-E07B-4AC1-804F-534748053754}" type="presParOf" srcId="{2F040263-1D58-46F8-8924-A3E7C625BF48}" destId="{407B5175-1074-4EA8-8EFA-ABA855DAFE2F}" srcOrd="2" destOrd="0" presId="urn:microsoft.com/office/officeart/2018/2/layout/IconVerticalSolidList"/>
    <dgm:cxn modelId="{FF639146-B993-4292-97B6-E4E936F4B5C5}" type="presParOf" srcId="{2F040263-1D58-46F8-8924-A3E7C625BF48}" destId="{A10218B0-B71A-4BA1-B294-4896BBEBE33B}" srcOrd="3" destOrd="0" presId="urn:microsoft.com/office/officeart/2018/2/layout/IconVerticalSolidList"/>
    <dgm:cxn modelId="{51D59A3E-CD07-4C96-B16C-606CF3A9DC72}" type="presParOf" srcId="{EA4A4CA2-8041-427E-A466-C8B3A36F2D68}" destId="{3FFA56A5-DFC1-483A-9596-ADB688EBA587}" srcOrd="3" destOrd="0" presId="urn:microsoft.com/office/officeart/2018/2/layout/IconVerticalSolidList"/>
    <dgm:cxn modelId="{67553A56-4501-49F6-AD66-9013ABCE6E9D}" type="presParOf" srcId="{EA4A4CA2-8041-427E-A466-C8B3A36F2D68}" destId="{C461A6CB-56FF-4685-B5DE-D5FA665BA749}" srcOrd="4" destOrd="0" presId="urn:microsoft.com/office/officeart/2018/2/layout/IconVerticalSolidList"/>
    <dgm:cxn modelId="{B21171B1-C936-48C2-9835-B3FCCEF50539}" type="presParOf" srcId="{C461A6CB-56FF-4685-B5DE-D5FA665BA749}" destId="{86BD370E-BA0A-4767-A838-955372DED261}" srcOrd="0" destOrd="0" presId="urn:microsoft.com/office/officeart/2018/2/layout/IconVerticalSolidList"/>
    <dgm:cxn modelId="{F430CB27-C019-47B8-B385-997BD977C324}" type="presParOf" srcId="{C461A6CB-56FF-4685-B5DE-D5FA665BA749}" destId="{4C927A1C-85AA-4D07-BEC2-44C5ED62CDFE}" srcOrd="1" destOrd="0" presId="urn:microsoft.com/office/officeart/2018/2/layout/IconVerticalSolidList"/>
    <dgm:cxn modelId="{78D5A26F-4C8D-41EE-91F3-80D0BF09B403}" type="presParOf" srcId="{C461A6CB-56FF-4685-B5DE-D5FA665BA749}" destId="{73CEE0FD-5D0F-4AB5-B890-9E96F147722F}" srcOrd="2" destOrd="0" presId="urn:microsoft.com/office/officeart/2018/2/layout/IconVerticalSolidList"/>
    <dgm:cxn modelId="{F42F9ADD-1A65-4042-B6A2-481CC1111E80}" type="presParOf" srcId="{C461A6CB-56FF-4685-B5DE-D5FA665BA749}" destId="{385ED3F7-29B3-4FAA-B9A0-FD12E234F361}" srcOrd="3" destOrd="0" presId="urn:microsoft.com/office/officeart/2018/2/layout/IconVerticalSolidList"/>
    <dgm:cxn modelId="{409C85C2-1712-495B-8FDE-3AE0A92905A0}" type="presParOf" srcId="{EA4A4CA2-8041-427E-A466-C8B3A36F2D68}" destId="{2AFEC8E1-6C27-4CAF-9876-1C6A0859974C}" srcOrd="5" destOrd="0" presId="urn:microsoft.com/office/officeart/2018/2/layout/IconVerticalSolidList"/>
    <dgm:cxn modelId="{2E621BD5-7FC0-4F24-A9BA-69723307AABB}" type="presParOf" srcId="{EA4A4CA2-8041-427E-A466-C8B3A36F2D68}" destId="{8736ED6C-9FD8-45A7-91F0-23D746764459}" srcOrd="6" destOrd="0" presId="urn:microsoft.com/office/officeart/2018/2/layout/IconVerticalSolidList"/>
    <dgm:cxn modelId="{81CEE5EE-19B0-4BAE-A7EF-2447CE183107}" type="presParOf" srcId="{8736ED6C-9FD8-45A7-91F0-23D746764459}" destId="{C9AC06AB-14DC-48FB-BE25-455D4701B5BA}" srcOrd="0" destOrd="0" presId="urn:microsoft.com/office/officeart/2018/2/layout/IconVerticalSolidList"/>
    <dgm:cxn modelId="{A7A04415-9567-43A7-BE58-07949948BC5B}" type="presParOf" srcId="{8736ED6C-9FD8-45A7-91F0-23D746764459}" destId="{C1D1162E-B01C-4199-A667-88699A0B252E}" srcOrd="1" destOrd="0" presId="urn:microsoft.com/office/officeart/2018/2/layout/IconVerticalSolidList"/>
    <dgm:cxn modelId="{CC14DD4B-8E6E-4E49-9850-C0D8E547DE64}" type="presParOf" srcId="{8736ED6C-9FD8-45A7-91F0-23D746764459}" destId="{EEFF359D-8BD0-4826-A8F4-1EF7A2BEA940}" srcOrd="2" destOrd="0" presId="urn:microsoft.com/office/officeart/2018/2/layout/IconVerticalSolidList"/>
    <dgm:cxn modelId="{6AC2F529-FCA7-4E21-872A-27A6736A2E45}" type="presParOf" srcId="{8736ED6C-9FD8-45A7-91F0-23D746764459}" destId="{B6D12BDB-48C0-458B-BCA9-695ED98B1D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13CF797-37CD-4D31-BF51-0F132338376D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7990318-F72B-4017-966F-12F398AB5AED}">
      <dgm:prSet/>
      <dgm:spPr/>
      <dgm:t>
        <a:bodyPr/>
        <a:lstStyle/>
        <a:p>
          <a:r>
            <a:rPr lang="en-US" dirty="0"/>
            <a:t>ARIMA model captures cyclical demand behavior effectively</a:t>
          </a:r>
        </a:p>
      </dgm:t>
    </dgm:pt>
    <dgm:pt modelId="{C897C6F5-8ECD-4C0B-8C3F-39393D036DF2}" type="parTrans" cxnId="{E8B01CD0-6F3D-4515-BB0C-2EA390860E94}">
      <dgm:prSet/>
      <dgm:spPr/>
      <dgm:t>
        <a:bodyPr/>
        <a:lstStyle/>
        <a:p>
          <a:endParaRPr lang="en-US"/>
        </a:p>
      </dgm:t>
    </dgm:pt>
    <dgm:pt modelId="{168497FB-0688-4A46-85E4-40DC20E49843}" type="sibTrans" cxnId="{E8B01CD0-6F3D-4515-BB0C-2EA390860E94}">
      <dgm:prSet/>
      <dgm:spPr/>
      <dgm:t>
        <a:bodyPr/>
        <a:lstStyle/>
        <a:p>
          <a:endParaRPr lang="en-US"/>
        </a:p>
      </dgm:t>
    </dgm:pt>
    <dgm:pt modelId="{6C9A3223-794C-4386-A273-0D72F24E726C}">
      <dgm:prSet/>
      <dgm:spPr/>
      <dgm:t>
        <a:bodyPr/>
        <a:lstStyle/>
        <a:p>
          <a:r>
            <a:rPr lang="en-US" dirty="0"/>
            <a:t>Forecast indicates stable short-term demand trajectory</a:t>
          </a:r>
        </a:p>
      </dgm:t>
    </dgm:pt>
    <dgm:pt modelId="{FA30B61F-781D-4976-93D9-0D269E9FB260}" type="parTrans" cxnId="{599BD2F1-245B-417E-874A-5FC0C9EAAC82}">
      <dgm:prSet/>
      <dgm:spPr/>
      <dgm:t>
        <a:bodyPr/>
        <a:lstStyle/>
        <a:p>
          <a:endParaRPr lang="en-US"/>
        </a:p>
      </dgm:t>
    </dgm:pt>
    <dgm:pt modelId="{1F00C704-629F-4831-82FF-B48623186BD6}" type="sibTrans" cxnId="{599BD2F1-245B-417E-874A-5FC0C9EAAC82}">
      <dgm:prSet/>
      <dgm:spPr/>
      <dgm:t>
        <a:bodyPr/>
        <a:lstStyle/>
        <a:p>
          <a:endParaRPr lang="en-US"/>
        </a:p>
      </dgm:t>
    </dgm:pt>
    <dgm:pt modelId="{DBAF6318-B060-48D5-8C57-7CC30CA74F8E}">
      <dgm:prSet/>
      <dgm:spPr/>
      <dgm:t>
        <a:bodyPr/>
        <a:lstStyle/>
        <a:p>
          <a:r>
            <a:rPr lang="en-US" dirty="0"/>
            <a:t>Projected demand remains within historical peak range</a:t>
          </a:r>
        </a:p>
      </dgm:t>
    </dgm:pt>
    <dgm:pt modelId="{268DBFDB-A51D-487B-AF47-57B7708F9A6A}" type="parTrans" cxnId="{1631498A-9642-4E02-98AA-5B907BFD7487}">
      <dgm:prSet/>
      <dgm:spPr/>
      <dgm:t>
        <a:bodyPr/>
        <a:lstStyle/>
        <a:p>
          <a:endParaRPr lang="en-US"/>
        </a:p>
      </dgm:t>
    </dgm:pt>
    <dgm:pt modelId="{522E79CF-13DE-4EF5-B1C5-52973F31A642}" type="sibTrans" cxnId="{1631498A-9642-4E02-98AA-5B907BFD7487}">
      <dgm:prSet/>
      <dgm:spPr/>
      <dgm:t>
        <a:bodyPr/>
        <a:lstStyle/>
        <a:p>
          <a:endParaRPr lang="en-US"/>
        </a:p>
      </dgm:t>
    </dgm:pt>
    <dgm:pt modelId="{9E5B32CD-AF8A-4CF2-84B4-E0DFF2373A46}">
      <dgm:prSet/>
      <dgm:spPr/>
      <dgm:t>
        <a:bodyPr/>
        <a:lstStyle/>
        <a:p>
          <a:r>
            <a:rPr lang="en-US" dirty="0"/>
            <a:t>Supports proactive grid management and supply scheduling decisions</a:t>
          </a:r>
        </a:p>
      </dgm:t>
    </dgm:pt>
    <dgm:pt modelId="{069D8377-15B4-4CA2-92C2-0F942E5D44E5}" type="parTrans" cxnId="{60F44893-0CE2-490F-B7ED-73B481DC046A}">
      <dgm:prSet/>
      <dgm:spPr/>
      <dgm:t>
        <a:bodyPr/>
        <a:lstStyle/>
        <a:p>
          <a:endParaRPr lang="en-US"/>
        </a:p>
      </dgm:t>
    </dgm:pt>
    <dgm:pt modelId="{A859E9BA-1B2F-4DD3-87E8-B81AAE3215AF}" type="sibTrans" cxnId="{60F44893-0CE2-490F-B7ED-73B481DC046A}">
      <dgm:prSet/>
      <dgm:spPr/>
      <dgm:t>
        <a:bodyPr/>
        <a:lstStyle/>
        <a:p>
          <a:endParaRPr lang="en-US"/>
        </a:p>
      </dgm:t>
    </dgm:pt>
    <dgm:pt modelId="{2CD529B4-3B01-430B-8E3E-E6311A97768D}" type="pres">
      <dgm:prSet presAssocID="{E13CF797-37CD-4D31-BF51-0F132338376D}" presName="vert0" presStyleCnt="0">
        <dgm:presLayoutVars>
          <dgm:dir/>
          <dgm:animOne val="branch"/>
          <dgm:animLvl val="lvl"/>
        </dgm:presLayoutVars>
      </dgm:prSet>
      <dgm:spPr/>
    </dgm:pt>
    <dgm:pt modelId="{B03167F1-2987-4B18-BF67-347C591705CF}" type="pres">
      <dgm:prSet presAssocID="{87990318-F72B-4017-966F-12F398AB5AED}" presName="thickLine" presStyleLbl="alignNode1" presStyleIdx="0" presStyleCnt="4"/>
      <dgm:spPr/>
    </dgm:pt>
    <dgm:pt modelId="{32BA9C9D-EECD-4457-A903-1AC6FF62E1D5}" type="pres">
      <dgm:prSet presAssocID="{87990318-F72B-4017-966F-12F398AB5AED}" presName="horz1" presStyleCnt="0"/>
      <dgm:spPr/>
    </dgm:pt>
    <dgm:pt modelId="{F249E554-97D5-427E-9B18-1E8FFB5E4656}" type="pres">
      <dgm:prSet presAssocID="{87990318-F72B-4017-966F-12F398AB5AED}" presName="tx1" presStyleLbl="revTx" presStyleIdx="0" presStyleCnt="4"/>
      <dgm:spPr/>
    </dgm:pt>
    <dgm:pt modelId="{F26884D0-640E-4EBF-A235-AF41A43707E6}" type="pres">
      <dgm:prSet presAssocID="{87990318-F72B-4017-966F-12F398AB5AED}" presName="vert1" presStyleCnt="0"/>
      <dgm:spPr/>
    </dgm:pt>
    <dgm:pt modelId="{E01E176E-1055-43C9-AFA1-C4B570E4AFE6}" type="pres">
      <dgm:prSet presAssocID="{6C9A3223-794C-4386-A273-0D72F24E726C}" presName="thickLine" presStyleLbl="alignNode1" presStyleIdx="1" presStyleCnt="4"/>
      <dgm:spPr/>
    </dgm:pt>
    <dgm:pt modelId="{F5A4543B-0854-403B-8B73-E2F96E6631C5}" type="pres">
      <dgm:prSet presAssocID="{6C9A3223-794C-4386-A273-0D72F24E726C}" presName="horz1" presStyleCnt="0"/>
      <dgm:spPr/>
    </dgm:pt>
    <dgm:pt modelId="{8A987BC5-2154-4D4F-902C-B395E912D879}" type="pres">
      <dgm:prSet presAssocID="{6C9A3223-794C-4386-A273-0D72F24E726C}" presName="tx1" presStyleLbl="revTx" presStyleIdx="1" presStyleCnt="4"/>
      <dgm:spPr/>
    </dgm:pt>
    <dgm:pt modelId="{7CA3BE61-E5D1-40FA-BE65-F2F613AE18E3}" type="pres">
      <dgm:prSet presAssocID="{6C9A3223-794C-4386-A273-0D72F24E726C}" presName="vert1" presStyleCnt="0"/>
      <dgm:spPr/>
    </dgm:pt>
    <dgm:pt modelId="{19B7C395-A42D-4A4E-85D3-AB264C9FE3A7}" type="pres">
      <dgm:prSet presAssocID="{DBAF6318-B060-48D5-8C57-7CC30CA74F8E}" presName="thickLine" presStyleLbl="alignNode1" presStyleIdx="2" presStyleCnt="4"/>
      <dgm:spPr/>
    </dgm:pt>
    <dgm:pt modelId="{3496B766-E34F-45BA-BC98-FF36CDF5697D}" type="pres">
      <dgm:prSet presAssocID="{DBAF6318-B060-48D5-8C57-7CC30CA74F8E}" presName="horz1" presStyleCnt="0"/>
      <dgm:spPr/>
    </dgm:pt>
    <dgm:pt modelId="{CB4D7C69-5139-4635-AE20-52D57BEDF8E8}" type="pres">
      <dgm:prSet presAssocID="{DBAF6318-B060-48D5-8C57-7CC30CA74F8E}" presName="tx1" presStyleLbl="revTx" presStyleIdx="2" presStyleCnt="4"/>
      <dgm:spPr/>
    </dgm:pt>
    <dgm:pt modelId="{6170D52D-440B-4B5C-BEB4-5E4AC8CA8EFD}" type="pres">
      <dgm:prSet presAssocID="{DBAF6318-B060-48D5-8C57-7CC30CA74F8E}" presName="vert1" presStyleCnt="0"/>
      <dgm:spPr/>
    </dgm:pt>
    <dgm:pt modelId="{8A77051C-B059-4DF8-B16D-4B2222C87A14}" type="pres">
      <dgm:prSet presAssocID="{9E5B32CD-AF8A-4CF2-84B4-E0DFF2373A46}" presName="thickLine" presStyleLbl="alignNode1" presStyleIdx="3" presStyleCnt="4"/>
      <dgm:spPr/>
    </dgm:pt>
    <dgm:pt modelId="{15CCD959-313C-4725-9B64-CEFD65311AEA}" type="pres">
      <dgm:prSet presAssocID="{9E5B32CD-AF8A-4CF2-84B4-E0DFF2373A46}" presName="horz1" presStyleCnt="0"/>
      <dgm:spPr/>
    </dgm:pt>
    <dgm:pt modelId="{2E3FABCE-D193-4759-BC1D-73439231C60C}" type="pres">
      <dgm:prSet presAssocID="{9E5B32CD-AF8A-4CF2-84B4-E0DFF2373A46}" presName="tx1" presStyleLbl="revTx" presStyleIdx="3" presStyleCnt="4"/>
      <dgm:spPr/>
    </dgm:pt>
    <dgm:pt modelId="{BCA7391F-7A17-4710-85AE-375DB700CBBE}" type="pres">
      <dgm:prSet presAssocID="{9E5B32CD-AF8A-4CF2-84B4-E0DFF2373A46}" presName="vert1" presStyleCnt="0"/>
      <dgm:spPr/>
    </dgm:pt>
  </dgm:ptLst>
  <dgm:cxnLst>
    <dgm:cxn modelId="{13367308-E0F9-4314-81C8-A1F59E235F6D}" type="presOf" srcId="{87990318-F72B-4017-966F-12F398AB5AED}" destId="{F249E554-97D5-427E-9B18-1E8FFB5E4656}" srcOrd="0" destOrd="0" presId="urn:microsoft.com/office/officeart/2008/layout/LinedList"/>
    <dgm:cxn modelId="{1631498A-9642-4E02-98AA-5B907BFD7487}" srcId="{E13CF797-37CD-4D31-BF51-0F132338376D}" destId="{DBAF6318-B060-48D5-8C57-7CC30CA74F8E}" srcOrd="2" destOrd="0" parTransId="{268DBFDB-A51D-487B-AF47-57B7708F9A6A}" sibTransId="{522E79CF-13DE-4EF5-B1C5-52973F31A642}"/>
    <dgm:cxn modelId="{60F44893-0CE2-490F-B7ED-73B481DC046A}" srcId="{E13CF797-37CD-4D31-BF51-0F132338376D}" destId="{9E5B32CD-AF8A-4CF2-84B4-E0DFF2373A46}" srcOrd="3" destOrd="0" parTransId="{069D8377-15B4-4CA2-92C2-0F942E5D44E5}" sibTransId="{A859E9BA-1B2F-4DD3-87E8-B81AAE3215AF}"/>
    <dgm:cxn modelId="{8B325D9F-FE3C-4B07-A0CF-F38C44A675B7}" type="presOf" srcId="{6C9A3223-794C-4386-A273-0D72F24E726C}" destId="{8A987BC5-2154-4D4F-902C-B395E912D879}" srcOrd="0" destOrd="0" presId="urn:microsoft.com/office/officeart/2008/layout/LinedList"/>
    <dgm:cxn modelId="{E8B01CD0-6F3D-4515-BB0C-2EA390860E94}" srcId="{E13CF797-37CD-4D31-BF51-0F132338376D}" destId="{87990318-F72B-4017-966F-12F398AB5AED}" srcOrd="0" destOrd="0" parTransId="{C897C6F5-8ECD-4C0B-8C3F-39393D036DF2}" sibTransId="{168497FB-0688-4A46-85E4-40DC20E49843}"/>
    <dgm:cxn modelId="{741FFAD2-D2E7-4F12-AF2D-4D34A5DC451C}" type="presOf" srcId="{DBAF6318-B060-48D5-8C57-7CC30CA74F8E}" destId="{CB4D7C69-5139-4635-AE20-52D57BEDF8E8}" srcOrd="0" destOrd="0" presId="urn:microsoft.com/office/officeart/2008/layout/LinedList"/>
    <dgm:cxn modelId="{D649F5D7-E883-4EA0-9505-3EB4FC14938C}" type="presOf" srcId="{E13CF797-37CD-4D31-BF51-0F132338376D}" destId="{2CD529B4-3B01-430B-8E3E-E6311A97768D}" srcOrd="0" destOrd="0" presId="urn:microsoft.com/office/officeart/2008/layout/LinedList"/>
    <dgm:cxn modelId="{1A4C2DD9-7C8C-4B27-BDA9-CC19B2F59E95}" type="presOf" srcId="{9E5B32CD-AF8A-4CF2-84B4-E0DFF2373A46}" destId="{2E3FABCE-D193-4759-BC1D-73439231C60C}" srcOrd="0" destOrd="0" presId="urn:microsoft.com/office/officeart/2008/layout/LinedList"/>
    <dgm:cxn modelId="{599BD2F1-245B-417E-874A-5FC0C9EAAC82}" srcId="{E13CF797-37CD-4D31-BF51-0F132338376D}" destId="{6C9A3223-794C-4386-A273-0D72F24E726C}" srcOrd="1" destOrd="0" parTransId="{FA30B61F-781D-4976-93D9-0D269E9FB260}" sibTransId="{1F00C704-629F-4831-82FF-B48623186BD6}"/>
    <dgm:cxn modelId="{1FDF5CDA-08FD-4051-9A6A-301A71640F98}" type="presParOf" srcId="{2CD529B4-3B01-430B-8E3E-E6311A97768D}" destId="{B03167F1-2987-4B18-BF67-347C591705CF}" srcOrd="0" destOrd="0" presId="urn:microsoft.com/office/officeart/2008/layout/LinedList"/>
    <dgm:cxn modelId="{F2C33340-75D2-4B27-B4AB-1EBD6A11B952}" type="presParOf" srcId="{2CD529B4-3B01-430B-8E3E-E6311A97768D}" destId="{32BA9C9D-EECD-4457-A903-1AC6FF62E1D5}" srcOrd="1" destOrd="0" presId="urn:microsoft.com/office/officeart/2008/layout/LinedList"/>
    <dgm:cxn modelId="{AD8C7A59-3A14-44C6-8DA1-DB9146B4FDCC}" type="presParOf" srcId="{32BA9C9D-EECD-4457-A903-1AC6FF62E1D5}" destId="{F249E554-97D5-427E-9B18-1E8FFB5E4656}" srcOrd="0" destOrd="0" presId="urn:microsoft.com/office/officeart/2008/layout/LinedList"/>
    <dgm:cxn modelId="{C73D3E52-8C4D-49CB-975A-9591E0F6D0DA}" type="presParOf" srcId="{32BA9C9D-EECD-4457-A903-1AC6FF62E1D5}" destId="{F26884D0-640E-4EBF-A235-AF41A43707E6}" srcOrd="1" destOrd="0" presId="urn:microsoft.com/office/officeart/2008/layout/LinedList"/>
    <dgm:cxn modelId="{7C8F6BE4-1469-4AF4-B8F5-550B904CDABD}" type="presParOf" srcId="{2CD529B4-3B01-430B-8E3E-E6311A97768D}" destId="{E01E176E-1055-43C9-AFA1-C4B570E4AFE6}" srcOrd="2" destOrd="0" presId="urn:microsoft.com/office/officeart/2008/layout/LinedList"/>
    <dgm:cxn modelId="{E8553399-6A3D-4A5F-8E14-F213BC3330CC}" type="presParOf" srcId="{2CD529B4-3B01-430B-8E3E-E6311A97768D}" destId="{F5A4543B-0854-403B-8B73-E2F96E6631C5}" srcOrd="3" destOrd="0" presId="urn:microsoft.com/office/officeart/2008/layout/LinedList"/>
    <dgm:cxn modelId="{602C6B22-F386-4DE1-8916-6BFD02ECCC22}" type="presParOf" srcId="{F5A4543B-0854-403B-8B73-E2F96E6631C5}" destId="{8A987BC5-2154-4D4F-902C-B395E912D879}" srcOrd="0" destOrd="0" presId="urn:microsoft.com/office/officeart/2008/layout/LinedList"/>
    <dgm:cxn modelId="{9EDC1FD9-525F-42EB-BDAE-3E4F67A0BA95}" type="presParOf" srcId="{F5A4543B-0854-403B-8B73-E2F96E6631C5}" destId="{7CA3BE61-E5D1-40FA-BE65-F2F613AE18E3}" srcOrd="1" destOrd="0" presId="urn:microsoft.com/office/officeart/2008/layout/LinedList"/>
    <dgm:cxn modelId="{6A91E340-0727-4C9E-AD63-BE8AA5C645A2}" type="presParOf" srcId="{2CD529B4-3B01-430B-8E3E-E6311A97768D}" destId="{19B7C395-A42D-4A4E-85D3-AB264C9FE3A7}" srcOrd="4" destOrd="0" presId="urn:microsoft.com/office/officeart/2008/layout/LinedList"/>
    <dgm:cxn modelId="{DDC71627-7E4F-4078-8460-F0E826F65F4E}" type="presParOf" srcId="{2CD529B4-3B01-430B-8E3E-E6311A97768D}" destId="{3496B766-E34F-45BA-BC98-FF36CDF5697D}" srcOrd="5" destOrd="0" presId="urn:microsoft.com/office/officeart/2008/layout/LinedList"/>
    <dgm:cxn modelId="{58ABB071-4E88-484C-A8C8-4B42768F96FA}" type="presParOf" srcId="{3496B766-E34F-45BA-BC98-FF36CDF5697D}" destId="{CB4D7C69-5139-4635-AE20-52D57BEDF8E8}" srcOrd="0" destOrd="0" presId="urn:microsoft.com/office/officeart/2008/layout/LinedList"/>
    <dgm:cxn modelId="{03794DFF-6F1C-4C32-ACE2-D5AC09C9A7A4}" type="presParOf" srcId="{3496B766-E34F-45BA-BC98-FF36CDF5697D}" destId="{6170D52D-440B-4B5C-BEB4-5E4AC8CA8EFD}" srcOrd="1" destOrd="0" presId="urn:microsoft.com/office/officeart/2008/layout/LinedList"/>
    <dgm:cxn modelId="{4D0F8864-DBBD-44EF-92EB-EFC4296770CE}" type="presParOf" srcId="{2CD529B4-3B01-430B-8E3E-E6311A97768D}" destId="{8A77051C-B059-4DF8-B16D-4B2222C87A14}" srcOrd="6" destOrd="0" presId="urn:microsoft.com/office/officeart/2008/layout/LinedList"/>
    <dgm:cxn modelId="{F8789625-D38C-4B28-AF68-3143F402C80F}" type="presParOf" srcId="{2CD529B4-3B01-430B-8E3E-E6311A97768D}" destId="{15CCD959-313C-4725-9B64-CEFD65311AEA}" srcOrd="7" destOrd="0" presId="urn:microsoft.com/office/officeart/2008/layout/LinedList"/>
    <dgm:cxn modelId="{BCB100C5-779B-4A62-8867-F6C66852C8E2}" type="presParOf" srcId="{15CCD959-313C-4725-9B64-CEFD65311AEA}" destId="{2E3FABCE-D193-4759-BC1D-73439231C60C}" srcOrd="0" destOrd="0" presId="urn:microsoft.com/office/officeart/2008/layout/LinedList"/>
    <dgm:cxn modelId="{F0DDE3C4-1A1E-4A4A-9991-ED9C93C4D0C5}" type="presParOf" srcId="{15CCD959-313C-4725-9B64-CEFD65311AEA}" destId="{BCA7391F-7A17-4710-85AE-375DB700CB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84B3ADF-E447-435C-90AD-51ADAEA0A730}" type="doc">
      <dgm:prSet loTypeId="urn:microsoft.com/office/officeart/2018/2/layout/IconCircle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CF521F-5B19-4FCD-A438-6CAB933198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Demand Response reduces peak load stress and grid overload risk.</a:t>
          </a:r>
        </a:p>
      </dgm:t>
    </dgm:pt>
    <dgm:pt modelId="{6C6FD4FF-B3C1-4534-A16C-1CBE72178B03}" type="parTrans" cxnId="{9D08DEEC-43B0-4A02-AF39-49762532ACFA}">
      <dgm:prSet/>
      <dgm:spPr/>
      <dgm:t>
        <a:bodyPr/>
        <a:lstStyle/>
        <a:p>
          <a:endParaRPr lang="en-US"/>
        </a:p>
      </dgm:t>
    </dgm:pt>
    <dgm:pt modelId="{98A4D94A-E4A4-43C4-BF49-51487767D78E}" type="sibTrans" cxnId="{9D08DEEC-43B0-4A02-AF39-49762532AC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EB36BAA-B7E8-4816-A59C-5B081485DC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long-term sustainable energy planning strategies.</a:t>
          </a:r>
        </a:p>
      </dgm:t>
    </dgm:pt>
    <dgm:pt modelId="{32B6FD1E-5ECD-4EB2-9F50-3EFE7F2273A2}" type="parTrans" cxnId="{649988D8-60C6-4401-8E10-873DA45AFE08}">
      <dgm:prSet/>
      <dgm:spPr/>
      <dgm:t>
        <a:bodyPr/>
        <a:lstStyle/>
        <a:p>
          <a:endParaRPr lang="en-US"/>
        </a:p>
      </dgm:t>
    </dgm:pt>
    <dgm:pt modelId="{D6C26121-32E7-426C-A0D1-F40EDEE17EC5}" type="sibTrans" cxnId="{649988D8-60C6-4401-8E10-873DA45AFE0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F78212D-1C15-45DE-8A1C-0473E3DBA6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Data-driven forecasting enhances cost control and supply optimization</a:t>
          </a:r>
        </a:p>
      </dgm:t>
    </dgm:pt>
    <dgm:pt modelId="{CF80814C-C08B-4244-B0E1-59C781568B28}" type="parTrans" cxnId="{9BFCDAF8-3847-4B25-9858-8743BC4A62A0}">
      <dgm:prSet/>
      <dgm:spPr/>
      <dgm:t>
        <a:bodyPr/>
        <a:lstStyle/>
        <a:p>
          <a:endParaRPr lang="en-US"/>
        </a:p>
      </dgm:t>
    </dgm:pt>
    <dgm:pt modelId="{FCD02F29-82B2-4192-8017-05D87DCF83FB}" type="sibTrans" cxnId="{9BFCDAF8-3847-4B25-9858-8743BC4A62A0}">
      <dgm:prSet/>
      <dgm:spPr/>
      <dgm:t>
        <a:bodyPr/>
        <a:lstStyle/>
        <a:p>
          <a:endParaRPr lang="en-US"/>
        </a:p>
      </dgm:t>
    </dgm:pt>
    <dgm:pt modelId="{4123FBE1-BEA1-4136-A110-EEC3942036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Improves infrastructure utilization and operational efficiency</a:t>
          </a:r>
        </a:p>
      </dgm:t>
    </dgm:pt>
    <dgm:pt modelId="{37E00499-8ED8-43FE-94C0-4253CC33FAF3}" type="sibTrans" cxnId="{97AADFF8-F400-4B7D-B359-FED46A187276}">
      <dgm:prSet/>
      <dgm:spPr/>
      <dgm:t>
        <a:bodyPr/>
        <a:lstStyle/>
        <a:p>
          <a:endParaRPr lang="en-US"/>
        </a:p>
      </dgm:t>
    </dgm:pt>
    <dgm:pt modelId="{E9F6094A-CBE5-467E-9A45-D46050440346}" type="parTrans" cxnId="{97AADFF8-F400-4B7D-B359-FED46A187276}">
      <dgm:prSet/>
      <dgm:spPr/>
      <dgm:t>
        <a:bodyPr/>
        <a:lstStyle/>
        <a:p>
          <a:endParaRPr lang="en-US"/>
        </a:p>
      </dgm:t>
    </dgm:pt>
    <dgm:pt modelId="{E99EAD00-964F-4895-B194-519308CF7E95}" type="pres">
      <dgm:prSet presAssocID="{084B3ADF-E447-435C-90AD-51ADAEA0A730}" presName="root" presStyleCnt="0">
        <dgm:presLayoutVars>
          <dgm:dir/>
          <dgm:resizeHandles val="exact"/>
        </dgm:presLayoutVars>
      </dgm:prSet>
      <dgm:spPr/>
    </dgm:pt>
    <dgm:pt modelId="{6CB71A86-FA9F-4CA4-B342-8B7A8D84CD71}" type="pres">
      <dgm:prSet presAssocID="{084B3ADF-E447-435C-90AD-51ADAEA0A730}" presName="container" presStyleCnt="0">
        <dgm:presLayoutVars>
          <dgm:dir/>
          <dgm:resizeHandles val="exact"/>
        </dgm:presLayoutVars>
      </dgm:prSet>
      <dgm:spPr/>
    </dgm:pt>
    <dgm:pt modelId="{C0D8ADC0-19D6-4B35-BAA6-0D9A10F2AF44}" type="pres">
      <dgm:prSet presAssocID="{AACF521F-5B19-4FCD-A438-6CAB9331989A}" presName="compNode" presStyleCnt="0"/>
      <dgm:spPr/>
    </dgm:pt>
    <dgm:pt modelId="{EFF58265-E489-45B7-9244-7DD95EAB0766}" type="pres">
      <dgm:prSet presAssocID="{AACF521F-5B19-4FCD-A438-6CAB9331989A}" presName="iconBgRect" presStyleLbl="bgShp" presStyleIdx="0" presStyleCnt="4"/>
      <dgm:spPr/>
    </dgm:pt>
    <dgm:pt modelId="{66921A3B-4E15-473A-87AB-FC1398B9D3D2}" type="pres">
      <dgm:prSet presAssocID="{AACF521F-5B19-4FCD-A438-6CAB9331989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2A019124-8C92-481F-8D8D-3E14D2A9389F}" type="pres">
      <dgm:prSet presAssocID="{AACF521F-5B19-4FCD-A438-6CAB9331989A}" presName="spaceRect" presStyleCnt="0"/>
      <dgm:spPr/>
    </dgm:pt>
    <dgm:pt modelId="{4DEFCF60-9D1D-4A39-B02E-8CD11B526622}" type="pres">
      <dgm:prSet presAssocID="{AACF521F-5B19-4FCD-A438-6CAB9331989A}" presName="textRect" presStyleLbl="revTx" presStyleIdx="0" presStyleCnt="4">
        <dgm:presLayoutVars>
          <dgm:chMax val="1"/>
          <dgm:chPref val="1"/>
        </dgm:presLayoutVars>
      </dgm:prSet>
      <dgm:spPr/>
    </dgm:pt>
    <dgm:pt modelId="{F5CB5360-0320-471A-BB87-9D856809C2BD}" type="pres">
      <dgm:prSet presAssocID="{98A4D94A-E4A4-43C4-BF49-51487767D78E}" presName="sibTrans" presStyleLbl="sibTrans2D1" presStyleIdx="0" presStyleCnt="0"/>
      <dgm:spPr/>
    </dgm:pt>
    <dgm:pt modelId="{052D5C0A-ADE2-4799-B661-25D4DEFA24D8}" type="pres">
      <dgm:prSet presAssocID="{4123FBE1-BEA1-4136-A110-EEC3942036E0}" presName="compNode" presStyleCnt="0"/>
      <dgm:spPr/>
    </dgm:pt>
    <dgm:pt modelId="{2C68BFEE-6D97-407B-B9E1-203204DD63AC}" type="pres">
      <dgm:prSet presAssocID="{4123FBE1-BEA1-4136-A110-EEC3942036E0}" presName="iconBgRect" presStyleLbl="bgShp" presStyleIdx="1" presStyleCnt="4"/>
      <dgm:spPr/>
    </dgm:pt>
    <dgm:pt modelId="{A9F29932-2EE7-495A-9DD9-DFA3B0501055}" type="pres">
      <dgm:prSet presAssocID="{4123FBE1-BEA1-4136-A110-EEC3942036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D6585184-6F1D-4427-9D06-433D65C53E93}" type="pres">
      <dgm:prSet presAssocID="{4123FBE1-BEA1-4136-A110-EEC3942036E0}" presName="spaceRect" presStyleCnt="0"/>
      <dgm:spPr/>
    </dgm:pt>
    <dgm:pt modelId="{69377203-17BF-472E-89A5-21E4B75CD184}" type="pres">
      <dgm:prSet presAssocID="{4123FBE1-BEA1-4136-A110-EEC3942036E0}" presName="textRect" presStyleLbl="revTx" presStyleIdx="1" presStyleCnt="4">
        <dgm:presLayoutVars>
          <dgm:chMax val="1"/>
          <dgm:chPref val="1"/>
        </dgm:presLayoutVars>
      </dgm:prSet>
      <dgm:spPr/>
    </dgm:pt>
    <dgm:pt modelId="{67AEB2E5-F81B-4DA9-979F-F00D69A01920}" type="pres">
      <dgm:prSet presAssocID="{37E00499-8ED8-43FE-94C0-4253CC33FAF3}" presName="sibTrans" presStyleLbl="sibTrans2D1" presStyleIdx="0" presStyleCnt="0"/>
      <dgm:spPr/>
    </dgm:pt>
    <dgm:pt modelId="{3A941094-7153-4F47-AC64-F0BF90A3D186}" type="pres">
      <dgm:prSet presAssocID="{4EB36BAA-B7E8-4816-A59C-5B081485DCF6}" presName="compNode" presStyleCnt="0"/>
      <dgm:spPr/>
    </dgm:pt>
    <dgm:pt modelId="{E9675F05-81B6-4FFF-967A-14FECACB5EDE}" type="pres">
      <dgm:prSet presAssocID="{4EB36BAA-B7E8-4816-A59C-5B081485DCF6}" presName="iconBgRect" presStyleLbl="bgShp" presStyleIdx="2" presStyleCnt="4"/>
      <dgm:spPr/>
    </dgm:pt>
    <dgm:pt modelId="{43E88D05-BC76-4FB5-B9D4-0A3D85B04E4E}" type="pres">
      <dgm:prSet presAssocID="{4EB36BAA-B7E8-4816-A59C-5B081485DC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C4CF3C5-9E93-454D-A97F-2CAB222D7F8B}" type="pres">
      <dgm:prSet presAssocID="{4EB36BAA-B7E8-4816-A59C-5B081485DCF6}" presName="spaceRect" presStyleCnt="0"/>
      <dgm:spPr/>
    </dgm:pt>
    <dgm:pt modelId="{C4378538-0AA1-4930-A587-76A9120CE0DE}" type="pres">
      <dgm:prSet presAssocID="{4EB36BAA-B7E8-4816-A59C-5B081485DCF6}" presName="textRect" presStyleLbl="revTx" presStyleIdx="2" presStyleCnt="4">
        <dgm:presLayoutVars>
          <dgm:chMax val="1"/>
          <dgm:chPref val="1"/>
        </dgm:presLayoutVars>
      </dgm:prSet>
      <dgm:spPr/>
    </dgm:pt>
    <dgm:pt modelId="{EF78EC1D-882B-402B-B479-583FEC66D086}" type="pres">
      <dgm:prSet presAssocID="{D6C26121-32E7-426C-A0D1-F40EDEE17EC5}" presName="sibTrans" presStyleLbl="sibTrans2D1" presStyleIdx="0" presStyleCnt="0"/>
      <dgm:spPr/>
    </dgm:pt>
    <dgm:pt modelId="{019BDE93-CFA2-478B-918F-98CADB26A2C2}" type="pres">
      <dgm:prSet presAssocID="{6F78212D-1C15-45DE-8A1C-0473E3DBA630}" presName="compNode" presStyleCnt="0"/>
      <dgm:spPr/>
    </dgm:pt>
    <dgm:pt modelId="{C92CF7A0-9964-41EF-B229-A1A1343390B2}" type="pres">
      <dgm:prSet presAssocID="{6F78212D-1C15-45DE-8A1C-0473E3DBA630}" presName="iconBgRect" presStyleLbl="bgShp" presStyleIdx="3" presStyleCnt="4"/>
      <dgm:spPr/>
    </dgm:pt>
    <dgm:pt modelId="{1B5A51E3-637A-427B-8635-46CDFF9B3323}" type="pres">
      <dgm:prSet presAssocID="{6F78212D-1C15-45DE-8A1C-0473E3DBA6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89BDE9D-60EA-4F1C-8E09-25196EA769F0}" type="pres">
      <dgm:prSet presAssocID="{6F78212D-1C15-45DE-8A1C-0473E3DBA630}" presName="spaceRect" presStyleCnt="0"/>
      <dgm:spPr/>
    </dgm:pt>
    <dgm:pt modelId="{3E58FE16-A640-466C-9D1A-6FF24AE74226}" type="pres">
      <dgm:prSet presAssocID="{6F78212D-1C15-45DE-8A1C-0473E3DBA6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D30DE6B-AD83-4644-8AA5-E44F9CCF5D6E}" type="presOf" srcId="{37E00499-8ED8-43FE-94C0-4253CC33FAF3}" destId="{67AEB2E5-F81B-4DA9-979F-F00D69A01920}" srcOrd="0" destOrd="0" presId="urn:microsoft.com/office/officeart/2018/2/layout/IconCircleList"/>
    <dgm:cxn modelId="{5CBAB36F-F0F1-4A2E-805E-130A3A837A58}" type="presOf" srcId="{AACF521F-5B19-4FCD-A438-6CAB9331989A}" destId="{4DEFCF60-9D1D-4A39-B02E-8CD11B526622}" srcOrd="0" destOrd="0" presId="urn:microsoft.com/office/officeart/2018/2/layout/IconCircleList"/>
    <dgm:cxn modelId="{11C9BF74-6553-4DD5-BEA5-3978897D9440}" type="presOf" srcId="{4EB36BAA-B7E8-4816-A59C-5B081485DCF6}" destId="{C4378538-0AA1-4930-A587-76A9120CE0DE}" srcOrd="0" destOrd="0" presId="urn:microsoft.com/office/officeart/2018/2/layout/IconCircleList"/>
    <dgm:cxn modelId="{A9848781-666C-437C-A52D-38F379D0779B}" type="presOf" srcId="{98A4D94A-E4A4-43C4-BF49-51487767D78E}" destId="{F5CB5360-0320-471A-BB87-9D856809C2BD}" srcOrd="0" destOrd="0" presId="urn:microsoft.com/office/officeart/2018/2/layout/IconCircleList"/>
    <dgm:cxn modelId="{2F88BD93-DE4A-4E40-ADE8-C32133D5BA10}" type="presOf" srcId="{D6C26121-32E7-426C-A0D1-F40EDEE17EC5}" destId="{EF78EC1D-882B-402B-B479-583FEC66D086}" srcOrd="0" destOrd="0" presId="urn:microsoft.com/office/officeart/2018/2/layout/IconCircleList"/>
    <dgm:cxn modelId="{656AFCAE-B014-4B80-B481-4BB401B0A10F}" type="presOf" srcId="{4123FBE1-BEA1-4136-A110-EEC3942036E0}" destId="{69377203-17BF-472E-89A5-21E4B75CD184}" srcOrd="0" destOrd="0" presId="urn:microsoft.com/office/officeart/2018/2/layout/IconCircleList"/>
    <dgm:cxn modelId="{AC2731BD-E63C-428D-AB61-EF279F047D22}" type="presOf" srcId="{6F78212D-1C15-45DE-8A1C-0473E3DBA630}" destId="{3E58FE16-A640-466C-9D1A-6FF24AE74226}" srcOrd="0" destOrd="0" presId="urn:microsoft.com/office/officeart/2018/2/layout/IconCircleList"/>
    <dgm:cxn modelId="{649988D8-60C6-4401-8E10-873DA45AFE08}" srcId="{084B3ADF-E447-435C-90AD-51ADAEA0A730}" destId="{4EB36BAA-B7E8-4816-A59C-5B081485DCF6}" srcOrd="2" destOrd="0" parTransId="{32B6FD1E-5ECD-4EB2-9F50-3EFE7F2273A2}" sibTransId="{D6C26121-32E7-426C-A0D1-F40EDEE17EC5}"/>
    <dgm:cxn modelId="{9D08DEEC-43B0-4A02-AF39-49762532ACFA}" srcId="{084B3ADF-E447-435C-90AD-51ADAEA0A730}" destId="{AACF521F-5B19-4FCD-A438-6CAB9331989A}" srcOrd="0" destOrd="0" parTransId="{6C6FD4FF-B3C1-4534-A16C-1CBE72178B03}" sibTransId="{98A4D94A-E4A4-43C4-BF49-51487767D78E}"/>
    <dgm:cxn modelId="{4F7BFAED-CCEA-4698-A4F5-5B92ABD69EAE}" type="presOf" srcId="{084B3ADF-E447-435C-90AD-51ADAEA0A730}" destId="{E99EAD00-964F-4895-B194-519308CF7E95}" srcOrd="0" destOrd="0" presId="urn:microsoft.com/office/officeart/2018/2/layout/IconCircleList"/>
    <dgm:cxn modelId="{9BFCDAF8-3847-4B25-9858-8743BC4A62A0}" srcId="{084B3ADF-E447-435C-90AD-51ADAEA0A730}" destId="{6F78212D-1C15-45DE-8A1C-0473E3DBA630}" srcOrd="3" destOrd="0" parTransId="{CF80814C-C08B-4244-B0E1-59C781568B28}" sibTransId="{FCD02F29-82B2-4192-8017-05D87DCF83FB}"/>
    <dgm:cxn modelId="{97AADFF8-F400-4B7D-B359-FED46A187276}" srcId="{084B3ADF-E447-435C-90AD-51ADAEA0A730}" destId="{4123FBE1-BEA1-4136-A110-EEC3942036E0}" srcOrd="1" destOrd="0" parTransId="{E9F6094A-CBE5-467E-9A45-D46050440346}" sibTransId="{37E00499-8ED8-43FE-94C0-4253CC33FAF3}"/>
    <dgm:cxn modelId="{A235B2F9-6E93-405F-BAC9-656C306A8E66}" type="presParOf" srcId="{E99EAD00-964F-4895-B194-519308CF7E95}" destId="{6CB71A86-FA9F-4CA4-B342-8B7A8D84CD71}" srcOrd="0" destOrd="0" presId="urn:microsoft.com/office/officeart/2018/2/layout/IconCircleList"/>
    <dgm:cxn modelId="{87A4F4A5-FD65-4046-BCC2-6F88E6487753}" type="presParOf" srcId="{6CB71A86-FA9F-4CA4-B342-8B7A8D84CD71}" destId="{C0D8ADC0-19D6-4B35-BAA6-0D9A10F2AF44}" srcOrd="0" destOrd="0" presId="urn:microsoft.com/office/officeart/2018/2/layout/IconCircleList"/>
    <dgm:cxn modelId="{2C238040-A16F-48C7-BBA1-E58A3F460849}" type="presParOf" srcId="{C0D8ADC0-19D6-4B35-BAA6-0D9A10F2AF44}" destId="{EFF58265-E489-45B7-9244-7DD95EAB0766}" srcOrd="0" destOrd="0" presId="urn:microsoft.com/office/officeart/2018/2/layout/IconCircleList"/>
    <dgm:cxn modelId="{C3B3C4C6-D1C7-4F8A-AB81-6B0D8BD7B659}" type="presParOf" srcId="{C0D8ADC0-19D6-4B35-BAA6-0D9A10F2AF44}" destId="{66921A3B-4E15-473A-87AB-FC1398B9D3D2}" srcOrd="1" destOrd="0" presId="urn:microsoft.com/office/officeart/2018/2/layout/IconCircleList"/>
    <dgm:cxn modelId="{A570AE28-69F3-424E-BF62-E2A9D6A37510}" type="presParOf" srcId="{C0D8ADC0-19D6-4B35-BAA6-0D9A10F2AF44}" destId="{2A019124-8C92-481F-8D8D-3E14D2A9389F}" srcOrd="2" destOrd="0" presId="urn:microsoft.com/office/officeart/2018/2/layout/IconCircleList"/>
    <dgm:cxn modelId="{40FAE2A8-0712-4030-9086-78EFB8045741}" type="presParOf" srcId="{C0D8ADC0-19D6-4B35-BAA6-0D9A10F2AF44}" destId="{4DEFCF60-9D1D-4A39-B02E-8CD11B526622}" srcOrd="3" destOrd="0" presId="urn:microsoft.com/office/officeart/2018/2/layout/IconCircleList"/>
    <dgm:cxn modelId="{13F06C29-0C07-47AC-BEE5-EDC742F4D312}" type="presParOf" srcId="{6CB71A86-FA9F-4CA4-B342-8B7A8D84CD71}" destId="{F5CB5360-0320-471A-BB87-9D856809C2BD}" srcOrd="1" destOrd="0" presId="urn:microsoft.com/office/officeart/2018/2/layout/IconCircleList"/>
    <dgm:cxn modelId="{7245AD13-C4F1-4A05-9E90-5AED4D4B2333}" type="presParOf" srcId="{6CB71A86-FA9F-4CA4-B342-8B7A8D84CD71}" destId="{052D5C0A-ADE2-4799-B661-25D4DEFA24D8}" srcOrd="2" destOrd="0" presId="urn:microsoft.com/office/officeart/2018/2/layout/IconCircleList"/>
    <dgm:cxn modelId="{EEB9DFD2-6586-4F04-9301-CCD47679FC5A}" type="presParOf" srcId="{052D5C0A-ADE2-4799-B661-25D4DEFA24D8}" destId="{2C68BFEE-6D97-407B-B9E1-203204DD63AC}" srcOrd="0" destOrd="0" presId="urn:microsoft.com/office/officeart/2018/2/layout/IconCircleList"/>
    <dgm:cxn modelId="{F2271BC5-91E9-4C28-8745-EC608C340D5A}" type="presParOf" srcId="{052D5C0A-ADE2-4799-B661-25D4DEFA24D8}" destId="{A9F29932-2EE7-495A-9DD9-DFA3B0501055}" srcOrd="1" destOrd="0" presId="urn:microsoft.com/office/officeart/2018/2/layout/IconCircleList"/>
    <dgm:cxn modelId="{E060C8F0-F319-4FB7-BED0-E839EA35FE36}" type="presParOf" srcId="{052D5C0A-ADE2-4799-B661-25D4DEFA24D8}" destId="{D6585184-6F1D-4427-9D06-433D65C53E93}" srcOrd="2" destOrd="0" presId="urn:microsoft.com/office/officeart/2018/2/layout/IconCircleList"/>
    <dgm:cxn modelId="{4A79BAF9-D279-46BF-9783-8AFB3A2C5837}" type="presParOf" srcId="{052D5C0A-ADE2-4799-B661-25D4DEFA24D8}" destId="{69377203-17BF-472E-89A5-21E4B75CD184}" srcOrd="3" destOrd="0" presId="urn:microsoft.com/office/officeart/2018/2/layout/IconCircleList"/>
    <dgm:cxn modelId="{21A39976-4584-4AAC-A2A3-4AFF47FD14B8}" type="presParOf" srcId="{6CB71A86-FA9F-4CA4-B342-8B7A8D84CD71}" destId="{67AEB2E5-F81B-4DA9-979F-F00D69A01920}" srcOrd="3" destOrd="0" presId="urn:microsoft.com/office/officeart/2018/2/layout/IconCircleList"/>
    <dgm:cxn modelId="{248372E3-D3E0-454B-9962-290440999275}" type="presParOf" srcId="{6CB71A86-FA9F-4CA4-B342-8B7A8D84CD71}" destId="{3A941094-7153-4F47-AC64-F0BF90A3D186}" srcOrd="4" destOrd="0" presId="urn:microsoft.com/office/officeart/2018/2/layout/IconCircleList"/>
    <dgm:cxn modelId="{EA293748-D3C7-4EAA-A7B5-53650897540F}" type="presParOf" srcId="{3A941094-7153-4F47-AC64-F0BF90A3D186}" destId="{E9675F05-81B6-4FFF-967A-14FECACB5EDE}" srcOrd="0" destOrd="0" presId="urn:microsoft.com/office/officeart/2018/2/layout/IconCircleList"/>
    <dgm:cxn modelId="{EF0E0D28-ABDE-4C46-A282-41E1BAA33FCE}" type="presParOf" srcId="{3A941094-7153-4F47-AC64-F0BF90A3D186}" destId="{43E88D05-BC76-4FB5-B9D4-0A3D85B04E4E}" srcOrd="1" destOrd="0" presId="urn:microsoft.com/office/officeart/2018/2/layout/IconCircleList"/>
    <dgm:cxn modelId="{1DF874D1-0E88-4ABF-86A2-ECF6F5B79F96}" type="presParOf" srcId="{3A941094-7153-4F47-AC64-F0BF90A3D186}" destId="{1C4CF3C5-9E93-454D-A97F-2CAB222D7F8B}" srcOrd="2" destOrd="0" presId="urn:microsoft.com/office/officeart/2018/2/layout/IconCircleList"/>
    <dgm:cxn modelId="{70394440-EFFF-482E-8CDD-DCF5E4E8E997}" type="presParOf" srcId="{3A941094-7153-4F47-AC64-F0BF90A3D186}" destId="{C4378538-0AA1-4930-A587-76A9120CE0DE}" srcOrd="3" destOrd="0" presId="urn:microsoft.com/office/officeart/2018/2/layout/IconCircleList"/>
    <dgm:cxn modelId="{9BEBD6AC-2472-41B5-B499-8C6A8ECBE52C}" type="presParOf" srcId="{6CB71A86-FA9F-4CA4-B342-8B7A8D84CD71}" destId="{EF78EC1D-882B-402B-B479-583FEC66D086}" srcOrd="5" destOrd="0" presId="urn:microsoft.com/office/officeart/2018/2/layout/IconCircleList"/>
    <dgm:cxn modelId="{1E8FC97A-B557-4284-BB05-7B241FEF7C77}" type="presParOf" srcId="{6CB71A86-FA9F-4CA4-B342-8B7A8D84CD71}" destId="{019BDE93-CFA2-478B-918F-98CADB26A2C2}" srcOrd="6" destOrd="0" presId="urn:microsoft.com/office/officeart/2018/2/layout/IconCircleList"/>
    <dgm:cxn modelId="{75D248C3-C0EE-4D03-8CA9-3F4A6E664C5B}" type="presParOf" srcId="{019BDE93-CFA2-478B-918F-98CADB26A2C2}" destId="{C92CF7A0-9964-41EF-B229-A1A1343390B2}" srcOrd="0" destOrd="0" presId="urn:microsoft.com/office/officeart/2018/2/layout/IconCircleList"/>
    <dgm:cxn modelId="{04AE109E-3FC0-4081-8B79-FB8562506F41}" type="presParOf" srcId="{019BDE93-CFA2-478B-918F-98CADB26A2C2}" destId="{1B5A51E3-637A-427B-8635-46CDFF9B3323}" srcOrd="1" destOrd="0" presId="urn:microsoft.com/office/officeart/2018/2/layout/IconCircleList"/>
    <dgm:cxn modelId="{4AD1DAD3-CD2A-4B7E-91DA-CDB27A3FEB06}" type="presParOf" srcId="{019BDE93-CFA2-478B-918F-98CADB26A2C2}" destId="{389BDE9D-60EA-4F1C-8E09-25196EA769F0}" srcOrd="2" destOrd="0" presId="urn:microsoft.com/office/officeart/2018/2/layout/IconCircleList"/>
    <dgm:cxn modelId="{004AF5C3-F745-4628-A3B0-9DE860F60BD1}" type="presParOf" srcId="{019BDE93-CFA2-478B-918F-98CADB26A2C2}" destId="{3E58FE16-A640-466C-9D1A-6FF24AE7422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2AFF890-574D-44FF-A815-E2B16C911AD6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8F0A4D8-EA8C-4DCA-89F2-D791F45FC3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Electricity demand exhibits strong and predictable daily cycles</a:t>
          </a:r>
        </a:p>
      </dgm:t>
    </dgm:pt>
    <dgm:pt modelId="{6C4C9A63-1178-4FD6-A2B5-5AE00B125430}" type="parTrans" cxnId="{1AD9CC7A-585A-4E30-8EA9-2129EEF29940}">
      <dgm:prSet/>
      <dgm:spPr/>
      <dgm:t>
        <a:bodyPr/>
        <a:lstStyle/>
        <a:p>
          <a:endParaRPr lang="en-US"/>
        </a:p>
      </dgm:t>
    </dgm:pt>
    <dgm:pt modelId="{2EA0D2BE-7604-4321-82A1-52AF3A68CDDD}" type="sibTrans" cxnId="{1AD9CC7A-585A-4E30-8EA9-2129EEF29940}">
      <dgm:prSet/>
      <dgm:spPr/>
      <dgm:t>
        <a:bodyPr/>
        <a:lstStyle/>
        <a:p>
          <a:endParaRPr lang="en-US"/>
        </a:p>
      </dgm:t>
    </dgm:pt>
    <dgm:pt modelId="{333BC4AA-FE42-4E06-94FC-24312AF332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Peak-hour demand is the primary driver of grid stress</a:t>
          </a:r>
        </a:p>
      </dgm:t>
    </dgm:pt>
    <dgm:pt modelId="{EF8FFB66-80CF-4C30-92B1-51D921DD7C3F}" type="parTrans" cxnId="{58BAB017-3199-4752-96FD-7411E73971F3}">
      <dgm:prSet/>
      <dgm:spPr/>
      <dgm:t>
        <a:bodyPr/>
        <a:lstStyle/>
        <a:p>
          <a:endParaRPr lang="en-US"/>
        </a:p>
      </dgm:t>
    </dgm:pt>
    <dgm:pt modelId="{7E8ED4F4-70BB-411E-94FE-92B26BBAA298}" type="sibTrans" cxnId="{58BAB017-3199-4752-96FD-7411E73971F3}">
      <dgm:prSet/>
      <dgm:spPr/>
      <dgm:t>
        <a:bodyPr/>
        <a:lstStyle/>
        <a:p>
          <a:endParaRPr lang="en-US"/>
        </a:p>
      </dgm:t>
    </dgm:pt>
    <dgm:pt modelId="{9647745C-1079-43C9-99E3-E6D803FFA4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Even modest (5%) Demand Response adjustments significantly reduce peak pressure</a:t>
          </a:r>
        </a:p>
      </dgm:t>
    </dgm:pt>
    <dgm:pt modelId="{37DA9D0B-2314-4191-BECF-B91439354A05}" type="parTrans" cxnId="{AB13EA2E-E336-47C6-8ECF-8DAA7774620C}">
      <dgm:prSet/>
      <dgm:spPr/>
      <dgm:t>
        <a:bodyPr/>
        <a:lstStyle/>
        <a:p>
          <a:endParaRPr lang="en-US"/>
        </a:p>
      </dgm:t>
    </dgm:pt>
    <dgm:pt modelId="{9E9A2AB6-09B2-4E33-A7BC-1E361601A67D}" type="sibTrans" cxnId="{AB13EA2E-E336-47C6-8ECF-8DAA7774620C}">
      <dgm:prSet/>
      <dgm:spPr/>
      <dgm:t>
        <a:bodyPr/>
        <a:lstStyle/>
        <a:p>
          <a:endParaRPr lang="en-US"/>
        </a:p>
      </dgm:t>
    </dgm:pt>
    <dgm:pt modelId="{949C2B90-D1FE-473D-949B-C830C0BBA2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Short-term forecasting improves operational reliability and proactive planning</a:t>
          </a:r>
        </a:p>
      </dgm:t>
    </dgm:pt>
    <dgm:pt modelId="{5E39DCED-2CDD-40E3-BEE9-95E076E2CCDE}" type="parTrans" cxnId="{160CF101-5BCC-461F-80B8-0E52EF1C2823}">
      <dgm:prSet/>
      <dgm:spPr/>
      <dgm:t>
        <a:bodyPr/>
        <a:lstStyle/>
        <a:p>
          <a:endParaRPr lang="en-US"/>
        </a:p>
      </dgm:t>
    </dgm:pt>
    <dgm:pt modelId="{692CE5B0-34DC-416C-ABAA-EDF9436DDEB1}" type="sibTrans" cxnId="{160CF101-5BCC-461F-80B8-0E52EF1C2823}">
      <dgm:prSet/>
      <dgm:spPr/>
      <dgm:t>
        <a:bodyPr/>
        <a:lstStyle/>
        <a:p>
          <a:endParaRPr lang="en-US"/>
        </a:p>
      </dgm:t>
    </dgm:pt>
    <dgm:pt modelId="{521F86F5-B1D9-467B-8AF4-E89095093AD6}" type="pres">
      <dgm:prSet presAssocID="{32AFF890-574D-44FF-A815-E2B16C911AD6}" presName="root" presStyleCnt="0">
        <dgm:presLayoutVars>
          <dgm:dir/>
          <dgm:resizeHandles val="exact"/>
        </dgm:presLayoutVars>
      </dgm:prSet>
      <dgm:spPr/>
    </dgm:pt>
    <dgm:pt modelId="{9846313E-2D3B-485A-9FF7-BD9C4E9C5A40}" type="pres">
      <dgm:prSet presAssocID="{78F0A4D8-EA8C-4DCA-89F2-D791F45FC38D}" presName="compNode" presStyleCnt="0"/>
      <dgm:spPr/>
    </dgm:pt>
    <dgm:pt modelId="{0AB92E56-F960-4914-8C0F-FDBD231F139E}" type="pres">
      <dgm:prSet presAssocID="{78F0A4D8-EA8C-4DCA-89F2-D791F45FC38D}" presName="bgRect" presStyleLbl="bgShp" presStyleIdx="0" presStyleCnt="4"/>
      <dgm:spPr/>
    </dgm:pt>
    <dgm:pt modelId="{7754A27B-2507-4293-8CBF-02084A7859EA}" type="pres">
      <dgm:prSet presAssocID="{78F0A4D8-EA8C-4DCA-89F2-D791F45FC38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519629FF-B6F7-4389-95E5-B3EA43565BDE}" type="pres">
      <dgm:prSet presAssocID="{78F0A4D8-EA8C-4DCA-89F2-D791F45FC38D}" presName="spaceRect" presStyleCnt="0"/>
      <dgm:spPr/>
    </dgm:pt>
    <dgm:pt modelId="{4B86C4A4-7686-4402-BAC2-ED6084529CC1}" type="pres">
      <dgm:prSet presAssocID="{78F0A4D8-EA8C-4DCA-89F2-D791F45FC38D}" presName="parTx" presStyleLbl="revTx" presStyleIdx="0" presStyleCnt="4">
        <dgm:presLayoutVars>
          <dgm:chMax val="0"/>
          <dgm:chPref val="0"/>
        </dgm:presLayoutVars>
      </dgm:prSet>
      <dgm:spPr/>
    </dgm:pt>
    <dgm:pt modelId="{3C18A190-9C04-41A7-81C6-3FCAB847F2C6}" type="pres">
      <dgm:prSet presAssocID="{2EA0D2BE-7604-4321-82A1-52AF3A68CDDD}" presName="sibTrans" presStyleCnt="0"/>
      <dgm:spPr/>
    </dgm:pt>
    <dgm:pt modelId="{776253A3-CC3A-483C-A7B3-3AA74D0A7726}" type="pres">
      <dgm:prSet presAssocID="{333BC4AA-FE42-4E06-94FC-24312AF33295}" presName="compNode" presStyleCnt="0"/>
      <dgm:spPr/>
    </dgm:pt>
    <dgm:pt modelId="{BBEF9123-4FC6-4780-AF20-7CD60092C4F0}" type="pres">
      <dgm:prSet presAssocID="{333BC4AA-FE42-4E06-94FC-24312AF33295}" presName="bgRect" presStyleLbl="bgShp" presStyleIdx="1" presStyleCnt="4"/>
      <dgm:spPr/>
    </dgm:pt>
    <dgm:pt modelId="{DD868DF9-531D-4CB1-B549-45BDDD52CC13}" type="pres">
      <dgm:prSet presAssocID="{333BC4AA-FE42-4E06-94FC-24312AF3329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13FC8ABA-DB80-4F2A-8573-FD250C45C0E4}" type="pres">
      <dgm:prSet presAssocID="{333BC4AA-FE42-4E06-94FC-24312AF33295}" presName="spaceRect" presStyleCnt="0"/>
      <dgm:spPr/>
    </dgm:pt>
    <dgm:pt modelId="{2CF5BA81-AF58-4C8A-803A-076D3D167410}" type="pres">
      <dgm:prSet presAssocID="{333BC4AA-FE42-4E06-94FC-24312AF33295}" presName="parTx" presStyleLbl="revTx" presStyleIdx="1" presStyleCnt="4">
        <dgm:presLayoutVars>
          <dgm:chMax val="0"/>
          <dgm:chPref val="0"/>
        </dgm:presLayoutVars>
      </dgm:prSet>
      <dgm:spPr/>
    </dgm:pt>
    <dgm:pt modelId="{68AE2335-2FE2-4CC1-9874-FF29BD755CD8}" type="pres">
      <dgm:prSet presAssocID="{7E8ED4F4-70BB-411E-94FE-92B26BBAA298}" presName="sibTrans" presStyleCnt="0"/>
      <dgm:spPr/>
    </dgm:pt>
    <dgm:pt modelId="{FB7E0F3A-2335-4B3E-A69F-AF01290FCD37}" type="pres">
      <dgm:prSet presAssocID="{9647745C-1079-43C9-99E3-E6D803FFA4E1}" presName="compNode" presStyleCnt="0"/>
      <dgm:spPr/>
    </dgm:pt>
    <dgm:pt modelId="{4DDE8637-BC54-423A-9A4D-4BB1EFF32AFB}" type="pres">
      <dgm:prSet presAssocID="{9647745C-1079-43C9-99E3-E6D803FFA4E1}" presName="bgRect" presStyleLbl="bgShp" presStyleIdx="2" presStyleCnt="4"/>
      <dgm:spPr/>
    </dgm:pt>
    <dgm:pt modelId="{76455754-B143-49E1-9214-7E6FBC58539B}" type="pres">
      <dgm:prSet presAssocID="{9647745C-1079-43C9-99E3-E6D803FFA4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13E1448-FB48-42C1-BA2C-2920D89E8DC4}" type="pres">
      <dgm:prSet presAssocID="{9647745C-1079-43C9-99E3-E6D803FFA4E1}" presName="spaceRect" presStyleCnt="0"/>
      <dgm:spPr/>
    </dgm:pt>
    <dgm:pt modelId="{1B35D8DA-F574-464E-90FE-064A74E9F35C}" type="pres">
      <dgm:prSet presAssocID="{9647745C-1079-43C9-99E3-E6D803FFA4E1}" presName="parTx" presStyleLbl="revTx" presStyleIdx="2" presStyleCnt="4">
        <dgm:presLayoutVars>
          <dgm:chMax val="0"/>
          <dgm:chPref val="0"/>
        </dgm:presLayoutVars>
      </dgm:prSet>
      <dgm:spPr/>
    </dgm:pt>
    <dgm:pt modelId="{DE8A0B3E-4E2A-4946-A5AC-EA0382EB81B5}" type="pres">
      <dgm:prSet presAssocID="{9E9A2AB6-09B2-4E33-A7BC-1E361601A67D}" presName="sibTrans" presStyleCnt="0"/>
      <dgm:spPr/>
    </dgm:pt>
    <dgm:pt modelId="{E35217FA-AF5A-4178-A2FD-055901E351E3}" type="pres">
      <dgm:prSet presAssocID="{949C2B90-D1FE-473D-949B-C830C0BBA237}" presName="compNode" presStyleCnt="0"/>
      <dgm:spPr/>
    </dgm:pt>
    <dgm:pt modelId="{A5B02660-7235-4525-AFFE-7D5BBEC119D2}" type="pres">
      <dgm:prSet presAssocID="{949C2B90-D1FE-473D-949B-C830C0BBA237}" presName="bgRect" presStyleLbl="bgShp" presStyleIdx="3" presStyleCnt="4"/>
      <dgm:spPr/>
    </dgm:pt>
    <dgm:pt modelId="{0E88134A-560F-48EC-B809-A3D3CC444E2E}" type="pres">
      <dgm:prSet presAssocID="{949C2B90-D1FE-473D-949B-C830C0BBA23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F4F4022-A9B9-4441-B7C7-D30566E56651}" type="pres">
      <dgm:prSet presAssocID="{949C2B90-D1FE-473D-949B-C830C0BBA237}" presName="spaceRect" presStyleCnt="0"/>
      <dgm:spPr/>
    </dgm:pt>
    <dgm:pt modelId="{A41CC019-5D69-40AD-A98E-0D06386C791B}" type="pres">
      <dgm:prSet presAssocID="{949C2B90-D1FE-473D-949B-C830C0BBA23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60CF101-5BCC-461F-80B8-0E52EF1C2823}" srcId="{32AFF890-574D-44FF-A815-E2B16C911AD6}" destId="{949C2B90-D1FE-473D-949B-C830C0BBA237}" srcOrd="3" destOrd="0" parTransId="{5E39DCED-2CDD-40E3-BEE9-95E076E2CCDE}" sibTransId="{692CE5B0-34DC-416C-ABAA-EDF9436DDEB1}"/>
    <dgm:cxn modelId="{C62D3811-599D-4C49-AB81-601BB0973613}" type="presOf" srcId="{9647745C-1079-43C9-99E3-E6D803FFA4E1}" destId="{1B35D8DA-F574-464E-90FE-064A74E9F35C}" srcOrd="0" destOrd="0" presId="urn:microsoft.com/office/officeart/2018/2/layout/IconVerticalSolidList"/>
    <dgm:cxn modelId="{58BAB017-3199-4752-96FD-7411E73971F3}" srcId="{32AFF890-574D-44FF-A815-E2B16C911AD6}" destId="{333BC4AA-FE42-4E06-94FC-24312AF33295}" srcOrd="1" destOrd="0" parTransId="{EF8FFB66-80CF-4C30-92B1-51D921DD7C3F}" sibTransId="{7E8ED4F4-70BB-411E-94FE-92B26BBAA298}"/>
    <dgm:cxn modelId="{AB13EA2E-E336-47C6-8ECF-8DAA7774620C}" srcId="{32AFF890-574D-44FF-A815-E2B16C911AD6}" destId="{9647745C-1079-43C9-99E3-E6D803FFA4E1}" srcOrd="2" destOrd="0" parTransId="{37DA9D0B-2314-4191-BECF-B91439354A05}" sibTransId="{9E9A2AB6-09B2-4E33-A7BC-1E361601A67D}"/>
    <dgm:cxn modelId="{1AD9CC7A-585A-4E30-8EA9-2129EEF29940}" srcId="{32AFF890-574D-44FF-A815-E2B16C911AD6}" destId="{78F0A4D8-EA8C-4DCA-89F2-D791F45FC38D}" srcOrd="0" destOrd="0" parTransId="{6C4C9A63-1178-4FD6-A2B5-5AE00B125430}" sibTransId="{2EA0D2BE-7604-4321-82A1-52AF3A68CDDD}"/>
    <dgm:cxn modelId="{3A3E5182-E543-4FFC-90A7-9F7265A341EB}" type="presOf" srcId="{333BC4AA-FE42-4E06-94FC-24312AF33295}" destId="{2CF5BA81-AF58-4C8A-803A-076D3D167410}" srcOrd="0" destOrd="0" presId="urn:microsoft.com/office/officeart/2018/2/layout/IconVerticalSolidList"/>
    <dgm:cxn modelId="{58DFA989-1978-4A7A-A96F-9D097FCB6F54}" type="presOf" srcId="{32AFF890-574D-44FF-A815-E2B16C911AD6}" destId="{521F86F5-B1D9-467B-8AF4-E89095093AD6}" srcOrd="0" destOrd="0" presId="urn:microsoft.com/office/officeart/2018/2/layout/IconVerticalSolidList"/>
    <dgm:cxn modelId="{43BFEAB4-4F6A-45FE-BB5F-400E3D6D122F}" type="presOf" srcId="{949C2B90-D1FE-473D-949B-C830C0BBA237}" destId="{A41CC019-5D69-40AD-A98E-0D06386C791B}" srcOrd="0" destOrd="0" presId="urn:microsoft.com/office/officeart/2018/2/layout/IconVerticalSolidList"/>
    <dgm:cxn modelId="{5724CDBB-05F7-467F-9B4F-8684603CABA8}" type="presOf" srcId="{78F0A4D8-EA8C-4DCA-89F2-D791F45FC38D}" destId="{4B86C4A4-7686-4402-BAC2-ED6084529CC1}" srcOrd="0" destOrd="0" presId="urn:microsoft.com/office/officeart/2018/2/layout/IconVerticalSolidList"/>
    <dgm:cxn modelId="{E0D64F59-A1C8-47D8-8A30-7D108483E4DE}" type="presParOf" srcId="{521F86F5-B1D9-467B-8AF4-E89095093AD6}" destId="{9846313E-2D3B-485A-9FF7-BD9C4E9C5A40}" srcOrd="0" destOrd="0" presId="urn:microsoft.com/office/officeart/2018/2/layout/IconVerticalSolidList"/>
    <dgm:cxn modelId="{416F5993-6541-491F-885F-4E9CDFEB550E}" type="presParOf" srcId="{9846313E-2D3B-485A-9FF7-BD9C4E9C5A40}" destId="{0AB92E56-F960-4914-8C0F-FDBD231F139E}" srcOrd="0" destOrd="0" presId="urn:microsoft.com/office/officeart/2018/2/layout/IconVerticalSolidList"/>
    <dgm:cxn modelId="{511716B0-CB82-4973-8721-D69AFB53C53D}" type="presParOf" srcId="{9846313E-2D3B-485A-9FF7-BD9C4E9C5A40}" destId="{7754A27B-2507-4293-8CBF-02084A7859EA}" srcOrd="1" destOrd="0" presId="urn:microsoft.com/office/officeart/2018/2/layout/IconVerticalSolidList"/>
    <dgm:cxn modelId="{AB25C650-7273-4E9C-8578-F43C1D5C83B1}" type="presParOf" srcId="{9846313E-2D3B-485A-9FF7-BD9C4E9C5A40}" destId="{519629FF-B6F7-4389-95E5-B3EA43565BDE}" srcOrd="2" destOrd="0" presId="urn:microsoft.com/office/officeart/2018/2/layout/IconVerticalSolidList"/>
    <dgm:cxn modelId="{509A7B10-1A22-49D1-9DBF-7DF73538CF85}" type="presParOf" srcId="{9846313E-2D3B-485A-9FF7-BD9C4E9C5A40}" destId="{4B86C4A4-7686-4402-BAC2-ED6084529CC1}" srcOrd="3" destOrd="0" presId="urn:microsoft.com/office/officeart/2018/2/layout/IconVerticalSolidList"/>
    <dgm:cxn modelId="{D445619B-01F9-4DD5-AAAE-3A227A61DA03}" type="presParOf" srcId="{521F86F5-B1D9-467B-8AF4-E89095093AD6}" destId="{3C18A190-9C04-41A7-81C6-3FCAB847F2C6}" srcOrd="1" destOrd="0" presId="urn:microsoft.com/office/officeart/2018/2/layout/IconVerticalSolidList"/>
    <dgm:cxn modelId="{FF2A5746-5DEE-4650-BEC4-33FD16BB80E3}" type="presParOf" srcId="{521F86F5-B1D9-467B-8AF4-E89095093AD6}" destId="{776253A3-CC3A-483C-A7B3-3AA74D0A7726}" srcOrd="2" destOrd="0" presId="urn:microsoft.com/office/officeart/2018/2/layout/IconVerticalSolidList"/>
    <dgm:cxn modelId="{C5823EF9-42D2-42DC-8FD5-996A6D12D049}" type="presParOf" srcId="{776253A3-CC3A-483C-A7B3-3AA74D0A7726}" destId="{BBEF9123-4FC6-4780-AF20-7CD60092C4F0}" srcOrd="0" destOrd="0" presId="urn:microsoft.com/office/officeart/2018/2/layout/IconVerticalSolidList"/>
    <dgm:cxn modelId="{3C7F5FC9-67F1-4575-B0B8-D271286789B4}" type="presParOf" srcId="{776253A3-CC3A-483C-A7B3-3AA74D0A7726}" destId="{DD868DF9-531D-4CB1-B549-45BDDD52CC13}" srcOrd="1" destOrd="0" presId="urn:microsoft.com/office/officeart/2018/2/layout/IconVerticalSolidList"/>
    <dgm:cxn modelId="{EB05D2D3-B3C7-4E2F-9AB1-F72716ABE6F1}" type="presParOf" srcId="{776253A3-CC3A-483C-A7B3-3AA74D0A7726}" destId="{13FC8ABA-DB80-4F2A-8573-FD250C45C0E4}" srcOrd="2" destOrd="0" presId="urn:microsoft.com/office/officeart/2018/2/layout/IconVerticalSolidList"/>
    <dgm:cxn modelId="{312A6CEE-F974-4FF6-9108-FE80C239AB57}" type="presParOf" srcId="{776253A3-CC3A-483C-A7B3-3AA74D0A7726}" destId="{2CF5BA81-AF58-4C8A-803A-076D3D167410}" srcOrd="3" destOrd="0" presId="urn:microsoft.com/office/officeart/2018/2/layout/IconVerticalSolidList"/>
    <dgm:cxn modelId="{3BB80FE5-E407-4B35-99EB-01C8180489CF}" type="presParOf" srcId="{521F86F5-B1D9-467B-8AF4-E89095093AD6}" destId="{68AE2335-2FE2-4CC1-9874-FF29BD755CD8}" srcOrd="3" destOrd="0" presId="urn:microsoft.com/office/officeart/2018/2/layout/IconVerticalSolidList"/>
    <dgm:cxn modelId="{CC9F9698-4644-445E-B5AF-F7E47392A77F}" type="presParOf" srcId="{521F86F5-B1D9-467B-8AF4-E89095093AD6}" destId="{FB7E0F3A-2335-4B3E-A69F-AF01290FCD37}" srcOrd="4" destOrd="0" presId="urn:microsoft.com/office/officeart/2018/2/layout/IconVerticalSolidList"/>
    <dgm:cxn modelId="{ACB7E56A-08AF-44A1-927D-AE31C8C7DAF3}" type="presParOf" srcId="{FB7E0F3A-2335-4B3E-A69F-AF01290FCD37}" destId="{4DDE8637-BC54-423A-9A4D-4BB1EFF32AFB}" srcOrd="0" destOrd="0" presId="urn:microsoft.com/office/officeart/2018/2/layout/IconVerticalSolidList"/>
    <dgm:cxn modelId="{DBE82D4B-4CFE-44D4-9C99-32CBB7AC2BA0}" type="presParOf" srcId="{FB7E0F3A-2335-4B3E-A69F-AF01290FCD37}" destId="{76455754-B143-49E1-9214-7E6FBC58539B}" srcOrd="1" destOrd="0" presId="urn:microsoft.com/office/officeart/2018/2/layout/IconVerticalSolidList"/>
    <dgm:cxn modelId="{436AA147-FD3A-4A8B-8A78-67CEA53737B9}" type="presParOf" srcId="{FB7E0F3A-2335-4B3E-A69F-AF01290FCD37}" destId="{013E1448-FB48-42C1-BA2C-2920D89E8DC4}" srcOrd="2" destOrd="0" presId="urn:microsoft.com/office/officeart/2018/2/layout/IconVerticalSolidList"/>
    <dgm:cxn modelId="{0FCDCA06-923B-4CA4-B7C0-5A3BC190D780}" type="presParOf" srcId="{FB7E0F3A-2335-4B3E-A69F-AF01290FCD37}" destId="{1B35D8DA-F574-464E-90FE-064A74E9F35C}" srcOrd="3" destOrd="0" presId="urn:microsoft.com/office/officeart/2018/2/layout/IconVerticalSolidList"/>
    <dgm:cxn modelId="{F4A22A55-E078-44BE-86D0-083FEDC56460}" type="presParOf" srcId="{521F86F5-B1D9-467B-8AF4-E89095093AD6}" destId="{DE8A0B3E-4E2A-4946-A5AC-EA0382EB81B5}" srcOrd="5" destOrd="0" presId="urn:microsoft.com/office/officeart/2018/2/layout/IconVerticalSolidList"/>
    <dgm:cxn modelId="{6A3F9F44-D24D-4162-A5F8-A8EDEFAC33EB}" type="presParOf" srcId="{521F86F5-B1D9-467B-8AF4-E89095093AD6}" destId="{E35217FA-AF5A-4178-A2FD-055901E351E3}" srcOrd="6" destOrd="0" presId="urn:microsoft.com/office/officeart/2018/2/layout/IconVerticalSolidList"/>
    <dgm:cxn modelId="{C16C2CD5-4705-4721-B6A2-AA5ED4BF4CF4}" type="presParOf" srcId="{E35217FA-AF5A-4178-A2FD-055901E351E3}" destId="{A5B02660-7235-4525-AFFE-7D5BBEC119D2}" srcOrd="0" destOrd="0" presId="urn:microsoft.com/office/officeart/2018/2/layout/IconVerticalSolidList"/>
    <dgm:cxn modelId="{6693EDBA-E1A2-46B6-AD92-4E5BFAD6EB11}" type="presParOf" srcId="{E35217FA-AF5A-4178-A2FD-055901E351E3}" destId="{0E88134A-560F-48EC-B809-A3D3CC444E2E}" srcOrd="1" destOrd="0" presId="urn:microsoft.com/office/officeart/2018/2/layout/IconVerticalSolidList"/>
    <dgm:cxn modelId="{4487996F-652A-48E4-9861-A0E41965ADA5}" type="presParOf" srcId="{E35217FA-AF5A-4178-A2FD-055901E351E3}" destId="{7F4F4022-A9B9-4441-B7C7-D30566E56651}" srcOrd="2" destOrd="0" presId="urn:microsoft.com/office/officeart/2018/2/layout/IconVerticalSolidList"/>
    <dgm:cxn modelId="{72F71854-BF30-41C8-95AC-674325EE649D}" type="presParOf" srcId="{E35217FA-AF5A-4178-A2FD-055901E351E3}" destId="{A41CC019-5D69-40AD-A98E-0D06386C79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10F8E-C279-4756-B28E-18C539AED439}">
      <dsp:nvSpPr>
        <dsp:cNvPr id="0" name=""/>
        <dsp:cNvSpPr/>
      </dsp:nvSpPr>
      <dsp:spPr>
        <a:xfrm>
          <a:off x="0" y="2263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DFB871F-0FB9-426B-80D5-DF86DB6A4FF9}">
      <dsp:nvSpPr>
        <dsp:cNvPr id="0" name=""/>
        <dsp:cNvSpPr/>
      </dsp:nvSpPr>
      <dsp:spPr>
        <a:xfrm>
          <a:off x="347040" y="260392"/>
          <a:ext cx="630982" cy="630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90F2FF-7970-4651-830F-B5CC380C13E0}">
      <dsp:nvSpPr>
        <dsp:cNvPr id="0" name=""/>
        <dsp:cNvSpPr/>
      </dsp:nvSpPr>
      <dsp:spPr>
        <a:xfrm>
          <a:off x="1325062" y="2263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Electricity demand varies hourly, daily, and seasonally in NYISO markets.</a:t>
          </a:r>
        </a:p>
      </dsp:txBody>
      <dsp:txXfrm>
        <a:off x="1325062" y="2263"/>
        <a:ext cx="3675061" cy="1147240"/>
      </dsp:txXfrm>
    </dsp:sp>
    <dsp:sp modelId="{D05251B5-8F82-4E50-96FF-136622D9A3C7}">
      <dsp:nvSpPr>
        <dsp:cNvPr id="0" name=""/>
        <dsp:cNvSpPr/>
      </dsp:nvSpPr>
      <dsp:spPr>
        <a:xfrm>
          <a:off x="0" y="1436314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0ED8D64-561A-425D-9C18-3050406C2F45}">
      <dsp:nvSpPr>
        <dsp:cNvPr id="0" name=""/>
        <dsp:cNvSpPr/>
      </dsp:nvSpPr>
      <dsp:spPr>
        <a:xfrm>
          <a:off x="347040" y="1694443"/>
          <a:ext cx="630982" cy="630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FE2CFC-C8CA-4EDE-AA8C-9E3A8B4AE8E0}">
      <dsp:nvSpPr>
        <dsp:cNvPr id="0" name=""/>
        <dsp:cNvSpPr/>
      </dsp:nvSpPr>
      <dsp:spPr>
        <a:xfrm>
          <a:off x="1325062" y="1436314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Peak demand periods increase operational stress, generation costs, and grid risk.</a:t>
          </a:r>
          <a:endParaRPr lang="en-US" sz="1600" kern="1200" dirty="0"/>
        </a:p>
      </dsp:txBody>
      <dsp:txXfrm>
        <a:off x="1325062" y="1436314"/>
        <a:ext cx="3675061" cy="1147240"/>
      </dsp:txXfrm>
    </dsp:sp>
    <dsp:sp modelId="{E0A8EB11-4C81-45D7-8FC0-73A233B92A78}">
      <dsp:nvSpPr>
        <dsp:cNvPr id="0" name=""/>
        <dsp:cNvSpPr/>
      </dsp:nvSpPr>
      <dsp:spPr>
        <a:xfrm>
          <a:off x="0" y="2870365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D674AA-9306-42BF-9574-AFD0E5FD2318}">
      <dsp:nvSpPr>
        <dsp:cNvPr id="0" name=""/>
        <dsp:cNvSpPr/>
      </dsp:nvSpPr>
      <dsp:spPr>
        <a:xfrm>
          <a:off x="347040" y="3128494"/>
          <a:ext cx="630982" cy="630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5B52E6-5930-4AF0-9F63-CF342E2919A7}">
      <dsp:nvSpPr>
        <dsp:cNvPr id="0" name=""/>
        <dsp:cNvSpPr/>
      </dsp:nvSpPr>
      <dsp:spPr>
        <a:xfrm>
          <a:off x="1325062" y="287036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Utilities must maintain real-time supply–demand balance to ensure grid stability.</a:t>
          </a:r>
          <a:endParaRPr lang="en-US" sz="1600" b="0" kern="1200" dirty="0"/>
        </a:p>
      </dsp:txBody>
      <dsp:txXfrm>
        <a:off x="1325062" y="2870365"/>
        <a:ext cx="3675061" cy="1147240"/>
      </dsp:txXfrm>
    </dsp:sp>
    <dsp:sp modelId="{796C7956-041E-4750-B7C1-410E91249BD1}">
      <dsp:nvSpPr>
        <dsp:cNvPr id="0" name=""/>
        <dsp:cNvSpPr/>
      </dsp:nvSpPr>
      <dsp:spPr>
        <a:xfrm>
          <a:off x="0" y="4282950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66FEA3-64C2-42FF-8D32-B6610C774A67}">
      <dsp:nvSpPr>
        <dsp:cNvPr id="0" name=""/>
        <dsp:cNvSpPr/>
      </dsp:nvSpPr>
      <dsp:spPr>
        <a:xfrm>
          <a:off x="347040" y="4562544"/>
          <a:ext cx="630982" cy="6309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CE96F4-9ED3-40C4-BD80-4D5F06F6508C}">
      <dsp:nvSpPr>
        <dsp:cNvPr id="0" name=""/>
        <dsp:cNvSpPr/>
      </dsp:nvSpPr>
      <dsp:spPr>
        <a:xfrm>
          <a:off x="1325062" y="430441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Project Goal: Develop ARIMA forecasting and simulate Demand Response impact on peak demand reduction..</a:t>
          </a:r>
          <a:endParaRPr lang="en-US" sz="1600" kern="1200" dirty="0"/>
        </a:p>
      </dsp:txBody>
      <dsp:txXfrm>
        <a:off x="1325062" y="4304415"/>
        <a:ext cx="3675061" cy="1147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A5C3A-8576-499A-9915-C8E5B19F1FDF}">
      <dsp:nvSpPr>
        <dsp:cNvPr id="0" name=""/>
        <dsp:cNvSpPr/>
      </dsp:nvSpPr>
      <dsp:spPr>
        <a:xfrm>
          <a:off x="0" y="1531"/>
          <a:ext cx="8195871" cy="77607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F016E9-99CC-4081-A3A8-4BB9634A0A6B}">
      <dsp:nvSpPr>
        <dsp:cNvPr id="0" name=""/>
        <dsp:cNvSpPr/>
      </dsp:nvSpPr>
      <dsp:spPr>
        <a:xfrm>
          <a:off x="234761" y="176147"/>
          <a:ext cx="426839" cy="4268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C2C87-36B6-4922-B76B-201D190FA1AD}">
      <dsp:nvSpPr>
        <dsp:cNvPr id="0" name=""/>
        <dsp:cNvSpPr/>
      </dsp:nvSpPr>
      <dsp:spPr>
        <a:xfrm>
          <a:off x="896363" y="1531"/>
          <a:ext cx="3688141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Analyze</a:t>
          </a:r>
        </a:p>
      </dsp:txBody>
      <dsp:txXfrm>
        <a:off x="896363" y="1531"/>
        <a:ext cx="3688141" cy="776072"/>
      </dsp:txXfrm>
    </dsp:sp>
    <dsp:sp modelId="{47B8EE07-D794-4DA2-B236-CBB99EFDD778}">
      <dsp:nvSpPr>
        <dsp:cNvPr id="0" name=""/>
        <dsp:cNvSpPr/>
      </dsp:nvSpPr>
      <dsp:spPr>
        <a:xfrm>
          <a:off x="4584505" y="1531"/>
          <a:ext cx="3611365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Analyze historical NYISO hourly electricity demand data.</a:t>
          </a:r>
          <a:endParaRPr lang="en-US" sz="1800" kern="1200" dirty="0"/>
        </a:p>
      </dsp:txBody>
      <dsp:txXfrm>
        <a:off x="4584505" y="1531"/>
        <a:ext cx="3611365" cy="776072"/>
      </dsp:txXfrm>
    </dsp:sp>
    <dsp:sp modelId="{E60DE155-4031-451A-91DC-2DD8C25851DF}">
      <dsp:nvSpPr>
        <dsp:cNvPr id="0" name=""/>
        <dsp:cNvSpPr/>
      </dsp:nvSpPr>
      <dsp:spPr>
        <a:xfrm>
          <a:off x="0" y="971621"/>
          <a:ext cx="8195871" cy="77607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6556B-02DF-4B19-8ECE-B1DE83B9ED8B}">
      <dsp:nvSpPr>
        <dsp:cNvPr id="0" name=""/>
        <dsp:cNvSpPr/>
      </dsp:nvSpPr>
      <dsp:spPr>
        <a:xfrm>
          <a:off x="234761" y="1146237"/>
          <a:ext cx="426839" cy="4268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55C4A-C30D-45DA-80EE-A4EDD04BDC94}">
      <dsp:nvSpPr>
        <dsp:cNvPr id="0" name=""/>
        <dsp:cNvSpPr/>
      </dsp:nvSpPr>
      <dsp:spPr>
        <a:xfrm>
          <a:off x="896363" y="971621"/>
          <a:ext cx="3688141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</a:t>
          </a:r>
        </a:p>
      </dsp:txBody>
      <dsp:txXfrm>
        <a:off x="896363" y="971621"/>
        <a:ext cx="3688141" cy="776072"/>
      </dsp:txXfrm>
    </dsp:sp>
    <dsp:sp modelId="{70370934-C56A-4BE8-90F5-F01962AEC6AC}">
      <dsp:nvSpPr>
        <dsp:cNvPr id="0" name=""/>
        <dsp:cNvSpPr/>
      </dsp:nvSpPr>
      <dsp:spPr>
        <a:xfrm>
          <a:off x="4584505" y="971621"/>
          <a:ext cx="3611365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peak vs. off-peak load behavior and demand variability.</a:t>
          </a:r>
          <a:endParaRPr lang="en-US" sz="1800" kern="1200" dirty="0"/>
        </a:p>
      </dsp:txBody>
      <dsp:txXfrm>
        <a:off x="4584505" y="971621"/>
        <a:ext cx="3611365" cy="776072"/>
      </dsp:txXfrm>
    </dsp:sp>
    <dsp:sp modelId="{CF584B9E-506B-427F-BA4E-867095AF3881}">
      <dsp:nvSpPr>
        <dsp:cNvPr id="0" name=""/>
        <dsp:cNvSpPr/>
      </dsp:nvSpPr>
      <dsp:spPr>
        <a:xfrm>
          <a:off x="0" y="1941711"/>
          <a:ext cx="8195871" cy="77607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DDE55-5EBA-49D4-BFE7-0FD1FE6EC54C}">
      <dsp:nvSpPr>
        <dsp:cNvPr id="0" name=""/>
        <dsp:cNvSpPr/>
      </dsp:nvSpPr>
      <dsp:spPr>
        <a:xfrm>
          <a:off x="234761" y="2116327"/>
          <a:ext cx="426839" cy="4268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16EA7-2113-40C3-981A-CEFAB4B45693}">
      <dsp:nvSpPr>
        <dsp:cNvPr id="0" name=""/>
        <dsp:cNvSpPr/>
      </dsp:nvSpPr>
      <dsp:spPr>
        <a:xfrm>
          <a:off x="896363" y="1941711"/>
          <a:ext cx="3688141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Simulate</a:t>
          </a:r>
        </a:p>
      </dsp:txBody>
      <dsp:txXfrm>
        <a:off x="896363" y="1941711"/>
        <a:ext cx="3688141" cy="776072"/>
      </dsp:txXfrm>
    </dsp:sp>
    <dsp:sp modelId="{C9EBC377-A048-4366-B42B-C24350382025}">
      <dsp:nvSpPr>
        <dsp:cNvPr id="0" name=""/>
        <dsp:cNvSpPr/>
      </dsp:nvSpPr>
      <dsp:spPr>
        <a:xfrm>
          <a:off x="4584505" y="1941711"/>
          <a:ext cx="3611365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Simulate Demand Response (DR) impact on peak load reduction.</a:t>
          </a:r>
          <a:endParaRPr lang="en-US" sz="1800" kern="1200" dirty="0"/>
        </a:p>
      </dsp:txBody>
      <dsp:txXfrm>
        <a:off x="4584505" y="1941711"/>
        <a:ext cx="3611365" cy="776072"/>
      </dsp:txXfrm>
    </dsp:sp>
    <dsp:sp modelId="{24F7003A-0793-41F6-900D-E3ADE79D4342}">
      <dsp:nvSpPr>
        <dsp:cNvPr id="0" name=""/>
        <dsp:cNvSpPr/>
      </dsp:nvSpPr>
      <dsp:spPr>
        <a:xfrm>
          <a:off x="0" y="2911801"/>
          <a:ext cx="8195871" cy="77607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1DFF27-9093-4D1D-BF85-957B0CEFBB78}">
      <dsp:nvSpPr>
        <dsp:cNvPr id="0" name=""/>
        <dsp:cNvSpPr/>
      </dsp:nvSpPr>
      <dsp:spPr>
        <a:xfrm>
          <a:off x="234761" y="3086417"/>
          <a:ext cx="426839" cy="4268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780E-3F9A-4377-9A69-98C0CE92823E}">
      <dsp:nvSpPr>
        <dsp:cNvPr id="0" name=""/>
        <dsp:cNvSpPr/>
      </dsp:nvSpPr>
      <dsp:spPr>
        <a:xfrm>
          <a:off x="896363" y="2911801"/>
          <a:ext cx="3688141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Forecast</a:t>
          </a:r>
        </a:p>
      </dsp:txBody>
      <dsp:txXfrm>
        <a:off x="896363" y="2911801"/>
        <a:ext cx="3688141" cy="776072"/>
      </dsp:txXfrm>
    </dsp:sp>
    <dsp:sp modelId="{3A1AF928-310B-45FA-A1BB-EF4921599FC1}">
      <dsp:nvSpPr>
        <dsp:cNvPr id="0" name=""/>
        <dsp:cNvSpPr/>
      </dsp:nvSpPr>
      <dsp:spPr>
        <a:xfrm>
          <a:off x="4584505" y="2911801"/>
          <a:ext cx="3611365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Forecast short-term electricity demand using ARIMA modeling.</a:t>
          </a:r>
          <a:endParaRPr lang="en-US" sz="1800" kern="1200" dirty="0"/>
        </a:p>
      </dsp:txBody>
      <dsp:txXfrm>
        <a:off x="4584505" y="2911801"/>
        <a:ext cx="3611365" cy="7760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CAEEB-5207-47EF-8819-F729AD106556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689CD-1CAA-4A03-83FD-D0BCF4306369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Source: NYISO hourly electricity demand dataset</a:t>
          </a:r>
        </a:p>
      </dsp:txBody>
      <dsp:txXfrm>
        <a:off x="25435" y="2276522"/>
        <a:ext cx="1800000" cy="720000"/>
      </dsp:txXfrm>
    </dsp:sp>
    <dsp:sp modelId="{43682EB3-C7E9-4C85-A963-A075EC231499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D34AF-9BD2-4ABC-B6F3-546001110298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imported into SQLite database for structured querying</a:t>
          </a:r>
        </a:p>
      </dsp:txBody>
      <dsp:txXfrm>
        <a:off x="2140435" y="2276522"/>
        <a:ext cx="1800000" cy="720000"/>
      </dsp:txXfrm>
    </dsp:sp>
    <dsp:sp modelId="{39630ED0-0147-4383-A9FC-B419E62449B5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995D7-9C2C-44D8-9F07-859E45182854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Transformed wide hourly format into long format for analysis</a:t>
          </a:r>
        </a:p>
      </dsp:txBody>
      <dsp:txXfrm>
        <a:off x="4255435" y="2276522"/>
        <a:ext cx="1800000" cy="720000"/>
      </dsp:txXfrm>
    </dsp:sp>
    <dsp:sp modelId="{2A82E1A7-7806-4C3D-AFE5-89C41C1CAD25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D22B3-2E5C-43AC-9E45-4824A38EC914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Constructed structured datetime index for time-series modeling.</a:t>
          </a:r>
        </a:p>
      </dsp:txBody>
      <dsp:txXfrm>
        <a:off x="6370435" y="227652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8E871-9D56-4333-AD30-9E77796B86F0}">
      <dsp:nvSpPr>
        <dsp:cNvPr id="0" name=""/>
        <dsp:cNvSpPr/>
      </dsp:nvSpPr>
      <dsp:spPr>
        <a:xfrm>
          <a:off x="0" y="2263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6B7B8FE-3204-4E73-B140-CE0EFCE1E2FF}">
      <dsp:nvSpPr>
        <dsp:cNvPr id="0" name=""/>
        <dsp:cNvSpPr/>
      </dsp:nvSpPr>
      <dsp:spPr>
        <a:xfrm>
          <a:off x="347040" y="260392"/>
          <a:ext cx="630982" cy="630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1BE81B-C097-4772-B309-FCDAB14E653E}">
      <dsp:nvSpPr>
        <dsp:cNvPr id="0" name=""/>
        <dsp:cNvSpPr/>
      </dsp:nvSpPr>
      <dsp:spPr>
        <a:xfrm>
          <a:off x="1325062" y="2263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Created structured relational tables in SQLite for efficient querying</a:t>
          </a:r>
        </a:p>
      </dsp:txBody>
      <dsp:txXfrm>
        <a:off x="1325062" y="2263"/>
        <a:ext cx="3675061" cy="1147240"/>
      </dsp:txXfrm>
    </dsp:sp>
    <dsp:sp modelId="{AA435D88-8091-419E-8A8C-A2B89F7A98B0}">
      <dsp:nvSpPr>
        <dsp:cNvPr id="0" name=""/>
        <dsp:cNvSpPr/>
      </dsp:nvSpPr>
      <dsp:spPr>
        <a:xfrm>
          <a:off x="0" y="1436314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2FD6A8B-9DD6-4074-BE52-88B2FFB4C9FC}">
      <dsp:nvSpPr>
        <dsp:cNvPr id="0" name=""/>
        <dsp:cNvSpPr/>
      </dsp:nvSpPr>
      <dsp:spPr>
        <a:xfrm>
          <a:off x="347040" y="1694443"/>
          <a:ext cx="630982" cy="630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06552C-679E-46C9-B281-8246B0C7B255}">
      <dsp:nvSpPr>
        <dsp:cNvPr id="0" name=""/>
        <dsp:cNvSpPr/>
      </dsp:nvSpPr>
      <dsp:spPr>
        <a:xfrm>
          <a:off x="1325062" y="1436314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Converted Hr1–Hr24 columns into unified timestamp format</a:t>
          </a:r>
        </a:p>
      </dsp:txBody>
      <dsp:txXfrm>
        <a:off x="1325062" y="1436314"/>
        <a:ext cx="3675061" cy="1147240"/>
      </dsp:txXfrm>
    </dsp:sp>
    <dsp:sp modelId="{71BE90D9-EAEF-4231-80FB-B2D3AFD2F7AB}">
      <dsp:nvSpPr>
        <dsp:cNvPr id="0" name=""/>
        <dsp:cNvSpPr/>
      </dsp:nvSpPr>
      <dsp:spPr>
        <a:xfrm>
          <a:off x="0" y="2870365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F577CEB-3446-4D47-A6D7-10558659A6AD}">
      <dsp:nvSpPr>
        <dsp:cNvPr id="0" name=""/>
        <dsp:cNvSpPr/>
      </dsp:nvSpPr>
      <dsp:spPr>
        <a:xfrm>
          <a:off x="347040" y="3128494"/>
          <a:ext cx="630982" cy="630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A14143-4836-43E0-9778-002D3C7C6C3D}">
      <dsp:nvSpPr>
        <dsp:cNvPr id="0" name=""/>
        <dsp:cNvSpPr/>
      </dsp:nvSpPr>
      <dsp:spPr>
        <a:xfrm>
          <a:off x="1325062" y="287036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Validated daily 24-hour data completeness and integrity</a:t>
          </a:r>
        </a:p>
      </dsp:txBody>
      <dsp:txXfrm>
        <a:off x="1325062" y="2870365"/>
        <a:ext cx="3675061" cy="1147240"/>
      </dsp:txXfrm>
    </dsp:sp>
    <dsp:sp modelId="{B813D870-2181-4B6A-9D5F-070D2568E87A}">
      <dsp:nvSpPr>
        <dsp:cNvPr id="0" name=""/>
        <dsp:cNvSpPr/>
      </dsp:nvSpPr>
      <dsp:spPr>
        <a:xfrm>
          <a:off x="0" y="4304415"/>
          <a:ext cx="5000124" cy="1147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7ED9076-97A0-4B0F-ADB3-BFFFBD72DB65}">
      <dsp:nvSpPr>
        <dsp:cNvPr id="0" name=""/>
        <dsp:cNvSpPr/>
      </dsp:nvSpPr>
      <dsp:spPr>
        <a:xfrm>
          <a:off x="347040" y="4562544"/>
          <a:ext cx="630982" cy="6309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7EA22F-47E8-4563-BBD8-C02EADD6711B}">
      <dsp:nvSpPr>
        <dsp:cNvPr id="0" name=""/>
        <dsp:cNvSpPr/>
      </dsp:nvSpPr>
      <dsp:spPr>
        <a:xfrm>
          <a:off x="1325062" y="430441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Prepared modeling-ready dataset for Python time-series forecasting</a:t>
          </a:r>
        </a:p>
      </dsp:txBody>
      <dsp:txXfrm>
        <a:off x="1325062" y="4304415"/>
        <a:ext cx="3675061" cy="11472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67400-1FB9-432F-A14C-659A38AB4E9B}">
      <dsp:nvSpPr>
        <dsp:cNvPr id="0" name=""/>
        <dsp:cNvSpPr/>
      </dsp:nvSpPr>
      <dsp:spPr>
        <a:xfrm>
          <a:off x="0" y="0"/>
          <a:ext cx="81958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088E7-972C-4543-8A25-D8DFF538E608}">
      <dsp:nvSpPr>
        <dsp:cNvPr id="0" name=""/>
        <dsp:cNvSpPr/>
      </dsp:nvSpPr>
      <dsp:spPr>
        <a:xfrm>
          <a:off x="0" y="0"/>
          <a:ext cx="8195871" cy="104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Strong daily cyclical demand patterns observed across the dataset</a:t>
          </a:r>
        </a:p>
      </dsp:txBody>
      <dsp:txXfrm>
        <a:off x="0" y="0"/>
        <a:ext cx="8195871" cy="1048201"/>
      </dsp:txXfrm>
    </dsp:sp>
    <dsp:sp modelId="{8C16506B-C204-47AB-A218-FBE1AA682E6C}">
      <dsp:nvSpPr>
        <dsp:cNvPr id="0" name=""/>
        <dsp:cNvSpPr/>
      </dsp:nvSpPr>
      <dsp:spPr>
        <a:xfrm>
          <a:off x="0" y="1048201"/>
          <a:ext cx="8195871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9E051-3C66-449D-8FA9-3244E2E1D6F2}">
      <dsp:nvSpPr>
        <dsp:cNvPr id="0" name=""/>
        <dsp:cNvSpPr/>
      </dsp:nvSpPr>
      <dsp:spPr>
        <a:xfrm>
          <a:off x="0" y="1048201"/>
          <a:ext cx="8195871" cy="104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Significantly higher electricity consumption during business hours (9 AM – 6 PM)</a:t>
          </a:r>
        </a:p>
      </dsp:txBody>
      <dsp:txXfrm>
        <a:off x="0" y="1048201"/>
        <a:ext cx="8195871" cy="1048201"/>
      </dsp:txXfrm>
    </dsp:sp>
    <dsp:sp modelId="{C290FC1C-F96B-4877-A01D-00F07805158A}">
      <dsp:nvSpPr>
        <dsp:cNvPr id="0" name=""/>
        <dsp:cNvSpPr/>
      </dsp:nvSpPr>
      <dsp:spPr>
        <a:xfrm>
          <a:off x="0" y="2096402"/>
          <a:ext cx="8195871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10870-AA84-44A1-9D35-6B5C8EA7E4A0}">
      <dsp:nvSpPr>
        <dsp:cNvPr id="0" name=""/>
        <dsp:cNvSpPr/>
      </dsp:nvSpPr>
      <dsp:spPr>
        <a:xfrm>
          <a:off x="0" y="2096402"/>
          <a:ext cx="8195871" cy="104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Consistently lower demand during overnight periods</a:t>
          </a:r>
        </a:p>
      </dsp:txBody>
      <dsp:txXfrm>
        <a:off x="0" y="2096402"/>
        <a:ext cx="8195871" cy="1048201"/>
      </dsp:txXfrm>
    </dsp:sp>
    <dsp:sp modelId="{4CE8EF56-CD69-4850-931D-BF0E6F64C7F9}">
      <dsp:nvSpPr>
        <dsp:cNvPr id="0" name=""/>
        <dsp:cNvSpPr/>
      </dsp:nvSpPr>
      <dsp:spPr>
        <a:xfrm>
          <a:off x="0" y="3144603"/>
          <a:ext cx="819587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65ED00-EE19-49D8-A5E7-AD44887902A9}">
      <dsp:nvSpPr>
        <dsp:cNvPr id="0" name=""/>
        <dsp:cNvSpPr/>
      </dsp:nvSpPr>
      <dsp:spPr>
        <a:xfrm>
          <a:off x="0" y="3144603"/>
          <a:ext cx="8195871" cy="1048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Distinct and recurring peak load intervals identified</a:t>
          </a:r>
        </a:p>
      </dsp:txBody>
      <dsp:txXfrm>
        <a:off x="0" y="3144603"/>
        <a:ext cx="8195871" cy="10482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A420E-B43B-4B96-AC81-B41C9EC4F813}">
      <dsp:nvSpPr>
        <dsp:cNvPr id="0" name=""/>
        <dsp:cNvSpPr/>
      </dsp:nvSpPr>
      <dsp:spPr>
        <a:xfrm>
          <a:off x="0" y="2263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8633A80-112B-4D6D-A2FF-0D4094FF58A0}">
      <dsp:nvSpPr>
        <dsp:cNvPr id="0" name=""/>
        <dsp:cNvSpPr/>
      </dsp:nvSpPr>
      <dsp:spPr>
        <a:xfrm>
          <a:off x="347040" y="260392"/>
          <a:ext cx="630982" cy="630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7977DD-922C-4236-84DF-70885637BB37}">
      <dsp:nvSpPr>
        <dsp:cNvPr id="0" name=""/>
        <dsp:cNvSpPr/>
      </dsp:nvSpPr>
      <dsp:spPr>
        <a:xfrm>
          <a:off x="1325062" y="2263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Peak period defined as 7:00 AM – 10:00 PM (business activity window)</a:t>
          </a:r>
        </a:p>
      </dsp:txBody>
      <dsp:txXfrm>
        <a:off x="1325062" y="2263"/>
        <a:ext cx="3675061" cy="1147240"/>
      </dsp:txXfrm>
    </dsp:sp>
    <dsp:sp modelId="{15286E7A-36C3-4E74-AFF5-7A3A8AD0BAAE}">
      <dsp:nvSpPr>
        <dsp:cNvPr id="0" name=""/>
        <dsp:cNvSpPr/>
      </dsp:nvSpPr>
      <dsp:spPr>
        <a:xfrm>
          <a:off x="0" y="1436314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E0EF506-C1A5-494E-AED0-4ED2B24CFE39}">
      <dsp:nvSpPr>
        <dsp:cNvPr id="0" name=""/>
        <dsp:cNvSpPr/>
      </dsp:nvSpPr>
      <dsp:spPr>
        <a:xfrm>
          <a:off x="347040" y="1694443"/>
          <a:ext cx="630982" cy="630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C3B0B7-6F41-4B8C-A1C1-CD4862FC1530}">
      <dsp:nvSpPr>
        <dsp:cNvPr id="0" name=""/>
        <dsp:cNvSpPr/>
      </dsp:nvSpPr>
      <dsp:spPr>
        <a:xfrm>
          <a:off x="1325062" y="1436314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Extracted hourly values from structured datetime index</a:t>
          </a:r>
        </a:p>
      </dsp:txBody>
      <dsp:txXfrm>
        <a:off x="1325062" y="1436314"/>
        <a:ext cx="3675061" cy="1147240"/>
      </dsp:txXfrm>
    </dsp:sp>
    <dsp:sp modelId="{EA81E5C3-B5ED-460D-9ADB-4927E00E13F3}">
      <dsp:nvSpPr>
        <dsp:cNvPr id="0" name=""/>
        <dsp:cNvSpPr/>
      </dsp:nvSpPr>
      <dsp:spPr>
        <a:xfrm>
          <a:off x="0" y="2870365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240644-A933-42FC-86F1-675A0A0DA413}">
      <dsp:nvSpPr>
        <dsp:cNvPr id="0" name=""/>
        <dsp:cNvSpPr/>
      </dsp:nvSpPr>
      <dsp:spPr>
        <a:xfrm>
          <a:off x="347040" y="3128494"/>
          <a:ext cx="630982" cy="630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B90ECF-9355-44CE-91DD-D933CF599623}">
      <dsp:nvSpPr>
        <dsp:cNvPr id="0" name=""/>
        <dsp:cNvSpPr/>
      </dsp:nvSpPr>
      <dsp:spPr>
        <a:xfrm>
          <a:off x="1325062" y="287036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Computed average demand during peak and off-peak intervals</a:t>
          </a:r>
        </a:p>
      </dsp:txBody>
      <dsp:txXfrm>
        <a:off x="1325062" y="2870365"/>
        <a:ext cx="3675061" cy="1147240"/>
      </dsp:txXfrm>
    </dsp:sp>
    <dsp:sp modelId="{847C0346-E47B-4DB6-BE01-AFBBD1526DFC}">
      <dsp:nvSpPr>
        <dsp:cNvPr id="0" name=""/>
        <dsp:cNvSpPr/>
      </dsp:nvSpPr>
      <dsp:spPr>
        <a:xfrm>
          <a:off x="0" y="4304415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D14C8C-AA0C-41EB-9DC3-E072080F7442}">
      <dsp:nvSpPr>
        <dsp:cNvPr id="0" name=""/>
        <dsp:cNvSpPr/>
      </dsp:nvSpPr>
      <dsp:spPr>
        <a:xfrm>
          <a:off x="347040" y="4562544"/>
          <a:ext cx="630982" cy="6309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812E72-5267-4AB8-97C6-1193041ECDAF}">
      <dsp:nvSpPr>
        <dsp:cNvPr id="0" name=""/>
        <dsp:cNvSpPr/>
      </dsp:nvSpPr>
      <dsp:spPr>
        <a:xfrm>
          <a:off x="1325062" y="430441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Peak demand significantly higher.</a:t>
          </a:r>
        </a:p>
      </dsp:txBody>
      <dsp:txXfrm>
        <a:off x="1325062" y="4304415"/>
        <a:ext cx="3675061" cy="11472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EB530-CE29-4A52-9D3C-CADC3CC12855}">
      <dsp:nvSpPr>
        <dsp:cNvPr id="0" name=""/>
        <dsp:cNvSpPr/>
      </dsp:nvSpPr>
      <dsp:spPr>
        <a:xfrm>
          <a:off x="3118727" y="338230"/>
          <a:ext cx="1770063" cy="17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Simulated 5% reduction in electricity demand during peak hours (7 AM – 10 PM)</a:t>
          </a:r>
        </a:p>
      </dsp:txBody>
      <dsp:txXfrm>
        <a:off x="3118727" y="338230"/>
        <a:ext cx="1770063" cy="1770063"/>
      </dsp:txXfrm>
    </dsp:sp>
    <dsp:sp modelId="{F6264B4F-F3DB-4B9D-909D-3556D1C4D809}">
      <dsp:nvSpPr>
        <dsp:cNvPr id="0" name=""/>
        <dsp:cNvSpPr/>
      </dsp:nvSpPr>
      <dsp:spPr>
        <a:xfrm>
          <a:off x="-413" y="226484"/>
          <a:ext cx="5000950" cy="5000950"/>
        </a:xfrm>
        <a:prstGeom prst="circularArrow">
          <a:avLst>
            <a:gd name="adj1" fmla="val 6902"/>
            <a:gd name="adj2" fmla="val 465342"/>
            <a:gd name="adj3" fmla="val 549458"/>
            <a:gd name="adj4" fmla="val 20585200"/>
            <a:gd name="adj5" fmla="val 805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4FA22E-C00C-4F73-8E7F-93FD22988CB9}">
      <dsp:nvSpPr>
        <dsp:cNvPr id="0" name=""/>
        <dsp:cNvSpPr/>
      </dsp:nvSpPr>
      <dsp:spPr>
        <a:xfrm>
          <a:off x="3118727" y="3345625"/>
          <a:ext cx="1770063" cy="17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Recalculated adjusted peak demand levels</a:t>
          </a:r>
        </a:p>
      </dsp:txBody>
      <dsp:txXfrm>
        <a:off x="3118727" y="3345625"/>
        <a:ext cx="1770063" cy="1770063"/>
      </dsp:txXfrm>
    </dsp:sp>
    <dsp:sp modelId="{92FCF984-5D28-4C6D-8E0D-7698A773D1ED}">
      <dsp:nvSpPr>
        <dsp:cNvPr id="0" name=""/>
        <dsp:cNvSpPr/>
      </dsp:nvSpPr>
      <dsp:spPr>
        <a:xfrm>
          <a:off x="-413" y="226484"/>
          <a:ext cx="5000950" cy="5000950"/>
        </a:xfrm>
        <a:prstGeom prst="circularArrow">
          <a:avLst>
            <a:gd name="adj1" fmla="val 6902"/>
            <a:gd name="adj2" fmla="val 465342"/>
            <a:gd name="adj3" fmla="val 5949458"/>
            <a:gd name="adj4" fmla="val 4385200"/>
            <a:gd name="adj5" fmla="val 8052"/>
          </a:avLst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AD6BCE-20FA-439B-8D90-2558F1071F69}">
      <dsp:nvSpPr>
        <dsp:cNvPr id="0" name=""/>
        <dsp:cNvSpPr/>
      </dsp:nvSpPr>
      <dsp:spPr>
        <a:xfrm>
          <a:off x="111332" y="3345625"/>
          <a:ext cx="1770063" cy="17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Observed measurable decline in peak load stress.</a:t>
          </a:r>
        </a:p>
      </dsp:txBody>
      <dsp:txXfrm>
        <a:off x="111332" y="3345625"/>
        <a:ext cx="1770063" cy="1770063"/>
      </dsp:txXfrm>
    </dsp:sp>
    <dsp:sp modelId="{CE44D458-D74B-475F-A987-C9AA6A2F585F}">
      <dsp:nvSpPr>
        <dsp:cNvPr id="0" name=""/>
        <dsp:cNvSpPr/>
      </dsp:nvSpPr>
      <dsp:spPr>
        <a:xfrm>
          <a:off x="-413" y="226484"/>
          <a:ext cx="5000950" cy="5000950"/>
        </a:xfrm>
        <a:prstGeom prst="circularArrow">
          <a:avLst>
            <a:gd name="adj1" fmla="val 6902"/>
            <a:gd name="adj2" fmla="val 465342"/>
            <a:gd name="adj3" fmla="val 11349458"/>
            <a:gd name="adj4" fmla="val 9785200"/>
            <a:gd name="adj5" fmla="val 8052"/>
          </a:avLst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8CDC10-AF98-4CFA-ABE4-33DD5131C288}">
      <dsp:nvSpPr>
        <dsp:cNvPr id="0" name=""/>
        <dsp:cNvSpPr/>
      </dsp:nvSpPr>
      <dsp:spPr>
        <a:xfrm>
          <a:off x="111332" y="338230"/>
          <a:ext cx="1770063" cy="1770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Results demonstrate operational and cost benefits of Demand Response programs</a:t>
          </a:r>
        </a:p>
      </dsp:txBody>
      <dsp:txXfrm>
        <a:off x="111332" y="338230"/>
        <a:ext cx="1770063" cy="1770063"/>
      </dsp:txXfrm>
    </dsp:sp>
    <dsp:sp modelId="{2EC5AECC-5547-4940-951A-BB5FE6A6F57B}">
      <dsp:nvSpPr>
        <dsp:cNvPr id="0" name=""/>
        <dsp:cNvSpPr/>
      </dsp:nvSpPr>
      <dsp:spPr>
        <a:xfrm>
          <a:off x="-413" y="226484"/>
          <a:ext cx="5000950" cy="5000950"/>
        </a:xfrm>
        <a:prstGeom prst="circularArrow">
          <a:avLst>
            <a:gd name="adj1" fmla="val 6902"/>
            <a:gd name="adj2" fmla="val 465342"/>
            <a:gd name="adj3" fmla="val 16749458"/>
            <a:gd name="adj4" fmla="val 15185200"/>
            <a:gd name="adj5" fmla="val 8052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4439C-18D8-40E6-BC06-6C7B3851B307}">
      <dsp:nvSpPr>
        <dsp:cNvPr id="0" name=""/>
        <dsp:cNvSpPr/>
      </dsp:nvSpPr>
      <dsp:spPr>
        <a:xfrm>
          <a:off x="0" y="2263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D896735-3D0E-4163-8A47-CCF81B37D7AC}">
      <dsp:nvSpPr>
        <dsp:cNvPr id="0" name=""/>
        <dsp:cNvSpPr/>
      </dsp:nvSpPr>
      <dsp:spPr>
        <a:xfrm>
          <a:off x="347040" y="260392"/>
          <a:ext cx="630982" cy="630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1EB601-5B7C-4CCD-A781-86DF8FC77CA8}">
      <dsp:nvSpPr>
        <dsp:cNvPr id="0" name=""/>
        <dsp:cNvSpPr/>
      </dsp:nvSpPr>
      <dsp:spPr>
        <a:xfrm>
          <a:off x="1325062" y="2263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 Specification: ARIMA (2,1,2)</a:t>
          </a:r>
        </a:p>
      </dsp:txBody>
      <dsp:txXfrm>
        <a:off x="1325062" y="2263"/>
        <a:ext cx="3675061" cy="1147240"/>
      </dsp:txXfrm>
    </dsp:sp>
    <dsp:sp modelId="{AA7A5CDB-8C50-4677-9EFC-561FADE543DE}">
      <dsp:nvSpPr>
        <dsp:cNvPr id="0" name=""/>
        <dsp:cNvSpPr/>
      </dsp:nvSpPr>
      <dsp:spPr>
        <a:xfrm>
          <a:off x="0" y="1436314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DC1B701-D0DE-4F46-8E32-AFC0CF2A6496}">
      <dsp:nvSpPr>
        <dsp:cNvPr id="0" name=""/>
        <dsp:cNvSpPr/>
      </dsp:nvSpPr>
      <dsp:spPr>
        <a:xfrm>
          <a:off x="347040" y="1694443"/>
          <a:ext cx="630982" cy="630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0218B0-B71A-4BA1-B294-4896BBEBE33B}">
      <dsp:nvSpPr>
        <dsp:cNvPr id="0" name=""/>
        <dsp:cNvSpPr/>
      </dsp:nvSpPr>
      <dsp:spPr>
        <a:xfrm>
          <a:off x="1325062" y="1436314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Trained on 1,000 hourly demand observations</a:t>
          </a:r>
        </a:p>
      </dsp:txBody>
      <dsp:txXfrm>
        <a:off x="1325062" y="1436314"/>
        <a:ext cx="3675061" cy="1147240"/>
      </dsp:txXfrm>
    </dsp:sp>
    <dsp:sp modelId="{86BD370E-BA0A-4767-A838-955372DED261}">
      <dsp:nvSpPr>
        <dsp:cNvPr id="0" name=""/>
        <dsp:cNvSpPr/>
      </dsp:nvSpPr>
      <dsp:spPr>
        <a:xfrm>
          <a:off x="0" y="2870365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C927A1C-85AA-4D07-BEC2-44C5ED62CDFE}">
      <dsp:nvSpPr>
        <dsp:cNvPr id="0" name=""/>
        <dsp:cNvSpPr/>
      </dsp:nvSpPr>
      <dsp:spPr>
        <a:xfrm>
          <a:off x="347040" y="3128494"/>
          <a:ext cx="630982" cy="630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5ED3F7-29B3-4FAA-B9A0-FD12E234F361}">
      <dsp:nvSpPr>
        <dsp:cNvPr id="0" name=""/>
        <dsp:cNvSpPr/>
      </dsp:nvSpPr>
      <dsp:spPr>
        <a:xfrm>
          <a:off x="1325062" y="287036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First-order differencing applied to achieve stationarity</a:t>
          </a:r>
        </a:p>
      </dsp:txBody>
      <dsp:txXfrm>
        <a:off x="1325062" y="2870365"/>
        <a:ext cx="3675061" cy="1147240"/>
      </dsp:txXfrm>
    </dsp:sp>
    <dsp:sp modelId="{C9AC06AB-14DC-48FB-BE25-455D4701B5BA}">
      <dsp:nvSpPr>
        <dsp:cNvPr id="0" name=""/>
        <dsp:cNvSpPr/>
      </dsp:nvSpPr>
      <dsp:spPr>
        <a:xfrm>
          <a:off x="0" y="4304415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1D1162E-B01C-4199-A667-88699A0B252E}">
      <dsp:nvSpPr>
        <dsp:cNvPr id="0" name=""/>
        <dsp:cNvSpPr/>
      </dsp:nvSpPr>
      <dsp:spPr>
        <a:xfrm>
          <a:off x="347040" y="4562544"/>
          <a:ext cx="630982" cy="6309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D12BDB-48C0-458B-BCA9-695ED98B1D95}">
      <dsp:nvSpPr>
        <dsp:cNvPr id="0" name=""/>
        <dsp:cNvSpPr/>
      </dsp:nvSpPr>
      <dsp:spPr>
        <a:xfrm>
          <a:off x="1325062" y="430441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Implemented for short-term (24-hour) electricity demand forecasting</a:t>
          </a:r>
        </a:p>
      </dsp:txBody>
      <dsp:txXfrm>
        <a:off x="1325062" y="4304415"/>
        <a:ext cx="3675061" cy="11472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167F1-2987-4B18-BF67-347C591705CF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49E554-97D5-427E-9B18-1E8FFB5E4656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ARIMA model captures cyclical demand behavior effectively</a:t>
          </a:r>
        </a:p>
      </dsp:txBody>
      <dsp:txXfrm>
        <a:off x="0" y="0"/>
        <a:ext cx="5000124" cy="1363480"/>
      </dsp:txXfrm>
    </dsp:sp>
    <dsp:sp modelId="{E01E176E-1055-43C9-AFA1-C4B570E4AFE6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987BC5-2154-4D4F-902C-B395E912D879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Forecast indicates stable short-term demand trajectory</a:t>
          </a:r>
        </a:p>
      </dsp:txBody>
      <dsp:txXfrm>
        <a:off x="0" y="1363480"/>
        <a:ext cx="5000124" cy="1363480"/>
      </dsp:txXfrm>
    </dsp:sp>
    <dsp:sp modelId="{19B7C395-A42D-4A4E-85D3-AB264C9FE3A7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4D7C69-5139-4635-AE20-52D57BEDF8E8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Projected demand remains within historical peak range</a:t>
          </a:r>
        </a:p>
      </dsp:txBody>
      <dsp:txXfrm>
        <a:off x="0" y="2726960"/>
        <a:ext cx="5000124" cy="1363480"/>
      </dsp:txXfrm>
    </dsp:sp>
    <dsp:sp modelId="{8A77051C-B059-4DF8-B16D-4B2222C87A14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3FABCE-D193-4759-BC1D-73439231C60C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Supports proactive grid management and supply scheduling decisions</a:t>
          </a:r>
        </a:p>
      </dsp:txBody>
      <dsp:txXfrm>
        <a:off x="0" y="4090440"/>
        <a:ext cx="5000124" cy="13634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58265-E489-45B7-9244-7DD95EAB0766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921A3B-4E15-473A-87AB-FC1398B9D3D2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FCF60-9D1D-4A39-B02E-8CD11B526622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Demand Response reduces peak load stress and grid overload risk.</a:t>
          </a:r>
        </a:p>
      </dsp:txBody>
      <dsp:txXfrm>
        <a:off x="1330115" y="450978"/>
        <a:ext cx="2546008" cy="1080124"/>
      </dsp:txXfrm>
    </dsp:sp>
    <dsp:sp modelId="{2C68BFEE-6D97-407B-B9E1-203204DD63AC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29932-2EE7-495A-9DD9-DFA3B0501055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77203-17BF-472E-89A5-21E4B75CD184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Improves infrastructure utilization and operational efficiency</a:t>
          </a:r>
        </a:p>
      </dsp:txBody>
      <dsp:txXfrm>
        <a:off x="5631327" y="450978"/>
        <a:ext cx="2546008" cy="1080124"/>
      </dsp:txXfrm>
    </dsp:sp>
    <dsp:sp modelId="{E9675F05-81B6-4FFF-967A-14FECACB5EDE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88D05-BC76-4FB5-B9D4-0A3D85B04E4E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78538-0AA1-4930-A587-76A9120CE0DE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Supports long-term sustainable energy planning strategies.</a:t>
          </a:r>
        </a:p>
      </dsp:txBody>
      <dsp:txXfrm>
        <a:off x="1330115" y="2158301"/>
        <a:ext cx="2546008" cy="1080124"/>
      </dsp:txXfrm>
    </dsp:sp>
    <dsp:sp modelId="{C92CF7A0-9964-41EF-B229-A1A1343390B2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A51E3-637A-427B-8635-46CDFF9B3323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8FE16-A640-466C-9D1A-6FF24AE74226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Data-driven forecasting enhances cost control and supply optimization</a:t>
          </a:r>
        </a:p>
      </dsp:txBody>
      <dsp:txXfrm>
        <a:off x="5631327" y="2158301"/>
        <a:ext cx="2546008" cy="108012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92E56-F960-4914-8C0F-FDBD231F139E}">
      <dsp:nvSpPr>
        <dsp:cNvPr id="0" name=""/>
        <dsp:cNvSpPr/>
      </dsp:nvSpPr>
      <dsp:spPr>
        <a:xfrm>
          <a:off x="0" y="2263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754A27B-2507-4293-8CBF-02084A7859EA}">
      <dsp:nvSpPr>
        <dsp:cNvPr id="0" name=""/>
        <dsp:cNvSpPr/>
      </dsp:nvSpPr>
      <dsp:spPr>
        <a:xfrm>
          <a:off x="347040" y="260392"/>
          <a:ext cx="630982" cy="630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86C4A4-7686-4402-BAC2-ED6084529CC1}">
      <dsp:nvSpPr>
        <dsp:cNvPr id="0" name=""/>
        <dsp:cNvSpPr/>
      </dsp:nvSpPr>
      <dsp:spPr>
        <a:xfrm>
          <a:off x="1325062" y="2263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Electricity demand exhibits strong and predictable daily cycles</a:t>
          </a:r>
        </a:p>
      </dsp:txBody>
      <dsp:txXfrm>
        <a:off x="1325062" y="2263"/>
        <a:ext cx="3675061" cy="1147240"/>
      </dsp:txXfrm>
    </dsp:sp>
    <dsp:sp modelId="{BBEF9123-4FC6-4780-AF20-7CD60092C4F0}">
      <dsp:nvSpPr>
        <dsp:cNvPr id="0" name=""/>
        <dsp:cNvSpPr/>
      </dsp:nvSpPr>
      <dsp:spPr>
        <a:xfrm>
          <a:off x="0" y="1436314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D868DF9-531D-4CB1-B549-45BDDD52CC13}">
      <dsp:nvSpPr>
        <dsp:cNvPr id="0" name=""/>
        <dsp:cNvSpPr/>
      </dsp:nvSpPr>
      <dsp:spPr>
        <a:xfrm>
          <a:off x="347040" y="1694443"/>
          <a:ext cx="630982" cy="630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F5BA81-AF58-4C8A-803A-076D3D167410}">
      <dsp:nvSpPr>
        <dsp:cNvPr id="0" name=""/>
        <dsp:cNvSpPr/>
      </dsp:nvSpPr>
      <dsp:spPr>
        <a:xfrm>
          <a:off x="1325062" y="1436314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Peak-hour demand is the primary driver of grid stress</a:t>
          </a:r>
        </a:p>
      </dsp:txBody>
      <dsp:txXfrm>
        <a:off x="1325062" y="1436314"/>
        <a:ext cx="3675061" cy="1147240"/>
      </dsp:txXfrm>
    </dsp:sp>
    <dsp:sp modelId="{4DDE8637-BC54-423A-9A4D-4BB1EFF32AFB}">
      <dsp:nvSpPr>
        <dsp:cNvPr id="0" name=""/>
        <dsp:cNvSpPr/>
      </dsp:nvSpPr>
      <dsp:spPr>
        <a:xfrm>
          <a:off x="0" y="2870365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6455754-B143-49E1-9214-7E6FBC58539B}">
      <dsp:nvSpPr>
        <dsp:cNvPr id="0" name=""/>
        <dsp:cNvSpPr/>
      </dsp:nvSpPr>
      <dsp:spPr>
        <a:xfrm>
          <a:off x="347040" y="3128494"/>
          <a:ext cx="630982" cy="630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35D8DA-F574-464E-90FE-064A74E9F35C}">
      <dsp:nvSpPr>
        <dsp:cNvPr id="0" name=""/>
        <dsp:cNvSpPr/>
      </dsp:nvSpPr>
      <dsp:spPr>
        <a:xfrm>
          <a:off x="1325062" y="287036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Even modest (5%) Demand Response adjustments significantly reduce peak pressure</a:t>
          </a:r>
        </a:p>
      </dsp:txBody>
      <dsp:txXfrm>
        <a:off x="1325062" y="2870365"/>
        <a:ext cx="3675061" cy="1147240"/>
      </dsp:txXfrm>
    </dsp:sp>
    <dsp:sp modelId="{A5B02660-7235-4525-AFFE-7D5BBEC119D2}">
      <dsp:nvSpPr>
        <dsp:cNvPr id="0" name=""/>
        <dsp:cNvSpPr/>
      </dsp:nvSpPr>
      <dsp:spPr>
        <a:xfrm>
          <a:off x="0" y="4304415"/>
          <a:ext cx="5000124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E88134A-560F-48EC-B809-A3D3CC444E2E}">
      <dsp:nvSpPr>
        <dsp:cNvPr id="0" name=""/>
        <dsp:cNvSpPr/>
      </dsp:nvSpPr>
      <dsp:spPr>
        <a:xfrm>
          <a:off x="347040" y="4562544"/>
          <a:ext cx="630982" cy="6309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1CC019-5D69-40AD-A98E-0D06386C791B}">
      <dsp:nvSpPr>
        <dsp:cNvPr id="0" name=""/>
        <dsp:cNvSpPr/>
      </dsp:nvSpPr>
      <dsp:spPr>
        <a:xfrm>
          <a:off x="1325062" y="4304415"/>
          <a:ext cx="3675061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Short-term forecasting improves operational reliability and proactive planning</a:t>
          </a:r>
        </a:p>
      </dsp:txBody>
      <dsp:txXfrm>
        <a:off x="1325062" y="4304415"/>
        <a:ext cx="3675061" cy="1147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C6E48-83FD-461C-9D00-2E1B89F6731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2B511-A5DC-47B7-9166-AD0AD25B0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2B511-A5DC-47B7-9166-AD0AD25B00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84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276" y="4260401"/>
            <a:ext cx="3589604" cy="1663995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Supply–Demand Analysis in Electricity Networks</a:t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Using Demand Response: A NYISO Case Study</a:t>
            </a:r>
          </a:p>
        </p:txBody>
      </p:sp>
      <p:pic>
        <p:nvPicPr>
          <p:cNvPr id="5" name="Picture 4" descr="Office building overlayed with stock market graphs">
            <a:extLst>
              <a:ext uri="{FF2B5EF4-FFF2-40B4-BE49-F238E27FC236}">
                <a16:creationId xmlns:a16="http://schemas.microsoft.com/office/drawing/2014/main" id="{47B337B0-3611-7318-BA7C-35A5E46D7C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89" t="178" b="8912"/>
          <a:stretch>
            <a:fillRect/>
          </a:stretch>
        </p:blipFill>
        <p:spPr>
          <a:xfrm>
            <a:off x="1203937" y="818707"/>
            <a:ext cx="3154282" cy="332733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2156" y="0"/>
            <a:ext cx="3581843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2261" y="818707"/>
            <a:ext cx="2586315" cy="53109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95959"/>
                </a:solidFill>
              </a:rPr>
              <a:t>Kinjal Patil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595959"/>
                </a:solidFill>
              </a:rPr>
              <a:t>MBA- Business Analytics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595959"/>
                </a:solidFill>
              </a:rPr>
              <a:t>Saint Peter’s University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595959"/>
                </a:solidFill>
              </a:rPr>
              <a:t>Spring 2026</a:t>
            </a:r>
          </a:p>
          <a:p>
            <a:endParaRPr lang="en-US" sz="1700" b="1" dirty="0">
              <a:solidFill>
                <a:srgbClr val="59595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A405-54DB-0DE3-56C1-FD6EFCD726BA}"/>
              </a:ext>
            </a:extLst>
          </p:cNvPr>
          <p:cNvSpPr txBox="1"/>
          <p:nvPr/>
        </p:nvSpPr>
        <p:spPr>
          <a:xfrm>
            <a:off x="811763" y="5830195"/>
            <a:ext cx="4525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Time-Series Forecasting • ARIMA Modeling • Peak Load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Introduction &amp; 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7D28E8-FB54-845F-741B-2C47A9C891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416474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3EE24C-B450-D772-59E2-1BAFD4C39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45964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 Source &amp; Preparation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6A2812-D966-5725-CFC9-F7FE77581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499337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SQL Data Engineering Pipeline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2283FA-5249-8C39-054E-47D202070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39885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Exploratory Data Analysis (EDA)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72235F-BFB1-2508-5267-5F794BF52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781297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19FFC-528A-33E6-5502-FD94CE6F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Hourly Electricity Demand Trends in NYISO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3DB6273-05AB-56E8-B470-31D4BB7FE1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9449" r="2767" b="-2"/>
          <a:stretch>
            <a:fillRect/>
          </a:stretch>
        </p:blipFill>
        <p:spPr>
          <a:xfrm>
            <a:off x="1455192" y="563332"/>
            <a:ext cx="6233615" cy="28937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F8E2-F89B-7BF7-9305-D3E73F3D0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5192" y="3833199"/>
            <a:ext cx="6249619" cy="11199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700" dirty="0"/>
              <a:t>• Hourly demand shows clear daily cyclical patterns</a:t>
            </a:r>
            <a:br>
              <a:rPr lang="en-US" sz="1700" dirty="0"/>
            </a:br>
            <a:r>
              <a:rPr lang="en-US" sz="1700" dirty="0"/>
              <a:t>• Peak loads occur during daytime and early evening hours</a:t>
            </a:r>
            <a:br>
              <a:rPr lang="en-US" sz="1700" dirty="0"/>
            </a:br>
            <a:r>
              <a:rPr lang="en-US" sz="1700" dirty="0"/>
              <a:t>• Overnight demand remains consistently lower</a:t>
            </a:r>
          </a:p>
        </p:txBody>
      </p:sp>
    </p:spTree>
    <p:extLst>
      <p:ext uri="{BB962C8B-B14F-4D97-AF65-F5344CB8AC3E}">
        <p14:creationId xmlns:p14="http://schemas.microsoft.com/office/powerpoint/2010/main" val="364256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Peak vs Off-Peak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88BE58-4735-FC76-1329-8D19A23E07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32667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DFA49-ED1B-CDE9-4447-BCAE775C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Peak vs Off-Peak Demand 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177E2C-9BE4-D137-B610-003D020CBB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92154" y="402570"/>
            <a:ext cx="4359691" cy="32152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0B57F-1D2E-EF12-0B8E-09BA79603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5192" y="3833199"/>
            <a:ext cx="6249619" cy="11199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700" dirty="0"/>
              <a:t>• Average peak demand is significantly higher than off-peak demand</a:t>
            </a:r>
            <a:br>
              <a:rPr lang="en-US" sz="1700" dirty="0"/>
            </a:br>
            <a:r>
              <a:rPr lang="en-US" sz="1700" dirty="0"/>
              <a:t>• Peak concentration increases operational and generation costs</a:t>
            </a:r>
            <a:br>
              <a:rPr lang="en-US" sz="1700" dirty="0"/>
            </a:br>
            <a:r>
              <a:rPr lang="en-US" sz="1700" dirty="0"/>
              <a:t>• Load imbalance during peak periods stresses grid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530419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Demand Response Simulation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D16905-1405-C3B3-420F-DF4CCB0C89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17371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18F0B-F83A-612D-11E6-592F634AD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Demand Response Simulation (5% Peak Reduction)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EE5FCC-DAB0-1458-C790-7E3E91E991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46897" y="402570"/>
            <a:ext cx="4450204" cy="32152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69233-DDE8-DC90-3B10-35BF20EA3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699" y="3626593"/>
            <a:ext cx="6249619" cy="15704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400" b="1" dirty="0"/>
              <a:t>Scenario Assumption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400" dirty="0"/>
              <a:t>• Simulated a 5% reduction in peak demand</a:t>
            </a:r>
            <a:br>
              <a:rPr lang="en-US" sz="1400" dirty="0"/>
            </a:br>
            <a:r>
              <a:rPr lang="en-US" sz="1400" dirty="0"/>
              <a:t>• Applied reduction only during defined peak hours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400" b="1" dirty="0"/>
              <a:t>Impact Analysis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400" dirty="0"/>
              <a:t>• Reduced maximum system load</a:t>
            </a:r>
            <a:br>
              <a:rPr lang="en-US" sz="1400" dirty="0"/>
            </a:br>
            <a:r>
              <a:rPr lang="en-US" sz="1400" dirty="0"/>
              <a:t>• Lowered peak stress on grid infrastructure</a:t>
            </a:r>
            <a:br>
              <a:rPr lang="en-US" sz="1400" dirty="0"/>
            </a:br>
            <a:r>
              <a:rPr lang="en-US" sz="1400" dirty="0"/>
              <a:t>• Demonstrates effectiveness of Demand Response programs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32137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 dirty="0">
                <a:solidFill>
                  <a:srgbClr val="FFFFFF"/>
                </a:solidFill>
              </a:rPr>
              <a:t>ARIMA Forecasting 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163BB3-CD8C-878E-0F13-235A6BE1E6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43335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86D96-6FC5-D82D-A10B-7C6738F6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ARIMA-Based Electricity Demand Forecast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455F65-B653-72B9-A3C6-1EC19614F8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39171" y="402570"/>
            <a:ext cx="4465657" cy="32152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C70C2-BEF9-3662-CE92-177292D90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9756" y="3617843"/>
            <a:ext cx="6865056" cy="1335338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400" b="1" dirty="0"/>
              <a:t>  Model Specification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400" dirty="0"/>
              <a:t>• Model Used: </a:t>
            </a:r>
            <a:r>
              <a:rPr lang="en-US" sz="1400" b="1" dirty="0"/>
              <a:t>ARIMA(2,1,2)</a:t>
            </a:r>
            <a:br>
              <a:rPr lang="en-US" sz="1400" dirty="0"/>
            </a:br>
            <a:r>
              <a:rPr lang="en-US" sz="1400" dirty="0"/>
              <a:t>• Trained on historical hourly demand data</a:t>
            </a:r>
            <a:br>
              <a:rPr lang="en-US" sz="1400" dirty="0"/>
            </a:br>
            <a:r>
              <a:rPr lang="en-US" sz="1400" dirty="0"/>
              <a:t>• Captures temporal dependency in electricity load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400" b="1" dirty="0"/>
              <a:t>Forecast Objective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400" dirty="0"/>
              <a:t>• Generate next 24-hour demand projection</a:t>
            </a:r>
            <a:br>
              <a:rPr lang="en-US" sz="1400" dirty="0"/>
            </a:br>
            <a:r>
              <a:rPr lang="en-US" sz="1400" dirty="0"/>
              <a:t>• Support short-term operational planning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9134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Forecast Results (Next 24 Hours)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9D81FF-3383-4DF8-209D-D94DC04CF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8681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&amp; Economic Implications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9A216B-688F-B998-7427-A703A988B9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57454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Key Insights &amp; 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A941B4-CBA6-5420-4E71-DE76D2924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08709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643</Words>
  <Application>Microsoft Office PowerPoint</Application>
  <PresentationFormat>On-screen Show (4:3)</PresentationFormat>
  <Paragraphs>80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Supply–Demand Analysis in Electricity Networks Using Demand Response: A NYISO Case Study</vt:lpstr>
      <vt:lpstr>Introduction &amp; Problem Statement</vt:lpstr>
      <vt:lpstr>Project Objectives</vt:lpstr>
      <vt:lpstr>Data Source &amp; Preparation</vt:lpstr>
      <vt:lpstr>SQL Data Engineering Pipeline</vt:lpstr>
      <vt:lpstr>Exploratory Data Analysis (EDA)</vt:lpstr>
      <vt:lpstr>Hourly Electricity Demand Trends in NYISO</vt:lpstr>
      <vt:lpstr>Peak vs Off-Peak Analysis</vt:lpstr>
      <vt:lpstr>Peak vs Off-Peak Demand Comparison</vt:lpstr>
      <vt:lpstr>Demand Response Simulation</vt:lpstr>
      <vt:lpstr>Demand Response Simulation (5% Peak Reduction)</vt:lpstr>
      <vt:lpstr>ARIMA Forecasting Methodology</vt:lpstr>
      <vt:lpstr>ARIMA-Based Electricity Demand Forecast</vt:lpstr>
      <vt:lpstr>Forecast Results (Next 24 Hours)</vt:lpstr>
      <vt:lpstr>Business &amp; Economic Implications</vt:lpstr>
      <vt:lpstr>Key Insights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kinjal patil</dc:creator>
  <cp:keywords/>
  <dc:description>generated using python-pptx</dc:description>
  <cp:lastModifiedBy>kinjal patil</cp:lastModifiedBy>
  <cp:revision>3</cp:revision>
  <dcterms:created xsi:type="dcterms:W3CDTF">2013-01-27T09:14:16Z</dcterms:created>
  <dcterms:modified xsi:type="dcterms:W3CDTF">2026-02-21T01:20:02Z</dcterms:modified>
  <cp:category/>
</cp:coreProperties>
</file>